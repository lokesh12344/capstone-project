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1"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102C17-65F4-438B-A342-EF9D82B91BA5}" v="10" dt="2026-09-22T15:14:52.03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ubhan ." userId="f29c2087ed5e8edf" providerId="LiveId" clId="{AEC78B07-5FF9-4511-A567-1F4DCCB55620}"/>
    <pc:docChg chg="modSld">
      <pc:chgData name="Shubhan ." userId="f29c2087ed5e8edf" providerId="LiveId" clId="{AEC78B07-5FF9-4511-A567-1F4DCCB55620}" dt="2026-09-22T15:14:19.043" v="0" actId="20577"/>
      <pc:docMkLst>
        <pc:docMk/>
      </pc:docMkLst>
      <pc:sldChg chg="modSp mod">
        <pc:chgData name="Shubhan ." userId="f29c2087ed5e8edf" providerId="LiveId" clId="{AEC78B07-5FF9-4511-A567-1F4DCCB55620}" dt="2026-09-22T15:14:19.043" v="0" actId="20577"/>
        <pc:sldMkLst>
          <pc:docMk/>
          <pc:sldMk cId="0" sldId="271"/>
        </pc:sldMkLst>
        <pc:spChg chg="mod">
          <ac:chgData name="Shubhan ." userId="f29c2087ed5e8edf" providerId="LiveId" clId="{AEC78B07-5FF9-4511-A567-1F4DCCB55620}" dt="2026-09-22T15:14:19.043" v="0" actId="20577"/>
          <ac:spMkLst>
            <pc:docMk/>
            <pc:sldMk cId="0" sldId="271"/>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Money error (₹)</c:v>
                </c:pt>
              </c:strCache>
            </c:strRef>
          </c:tx>
          <c:spPr>
            <a:solidFill>
              <a:srgbClr val="1F3A68"/>
            </a:solidFill>
            <a:effectLst/>
          </c:spPr>
          <c:invertIfNegative val="0"/>
          <c:dLbls>
            <c:numFmt formatCode="\₹#,##0" sourceLinked="0"/>
            <c:spPr>
              <a:noFill/>
              <a:ln>
                <a:noFill/>
              </a:ln>
              <a:effectLst/>
            </c:spPr>
            <c:txPr>
              <a:bodyPr/>
              <a:lstStyle/>
              <a:p>
                <a:pPr>
                  <a:defRPr sz="1800" b="0" i="0" u="none" strike="noStrike">
                    <a:solidFill>
                      <a:srgbClr val="1A1A1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“Ramesh ka 250…” (filler word)</c:v>
                </c:pt>
                <c:pt idx="1">
                  <c:v>“Ramesh ko 200…” (amount)</c:v>
                </c:pt>
                <c:pt idx="2">
                  <c:v>“Suresh ko 250…” (customer)</c:v>
                </c:pt>
              </c:strCache>
            </c:strRef>
          </c:cat>
          <c:val>
            <c:numRef>
              <c:f>Sheet1!$B$2:$B$4</c:f>
              <c:numCache>
                <c:formatCode>General</c:formatCode>
                <c:ptCount val="3"/>
                <c:pt idx="0">
                  <c:v>0</c:v>
                </c:pt>
                <c:pt idx="1">
                  <c:v>50</c:v>
                </c:pt>
                <c:pt idx="2">
                  <c:v>500</c:v>
                </c:pt>
              </c:numCache>
            </c:numRef>
          </c:val>
          <c:extLst>
            <c:ext xmlns:c16="http://schemas.microsoft.com/office/drawing/2014/chart" uri="{C3380CC4-5D6E-409C-BE32-E72D297353CC}">
              <c16:uniqueId val="{00000000-99F4-4E86-A5EE-2674901A864A}"/>
            </c:ext>
          </c:extLst>
        </c:ser>
        <c:dLbls>
          <c:showLegendKey val="0"/>
          <c:showVal val="1"/>
          <c:showCatName val="0"/>
          <c:showSerName val="0"/>
          <c:showPercent val="0"/>
          <c:showBubbleSize val="0"/>
        </c:dLbls>
        <c:gapWidth val="6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600" b="0" i="0" u="none" strike="noStrike">
                <a:solidFill>
                  <a:srgbClr val="000000"/>
                </a:solidFill>
                <a:latin typeface="Calibri"/>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2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topic is offline voice-based khata entry for kirana stores. In one line: can a cheap Android phone let a shopkeeper record a credit entry just by speaking, without internet, and still get the money right? We built an offline-first shop app called SmartOps, so this study sits on top of something we already have. I'll go through the problem, what others have done, what's missing, and how we plan to test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flow. First, why this problem matters and what exactly the problem is. Then the literature, and the gap we found. Then our research question, objectives and how we'll run the experiment. The main new idea, the Rupee Error Rate, gets its own slide. We'll finish with what we expect to find, what's new, our plan and the references.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kirana shops still run credit on a paper khata. Digital tools clearly help: one study of 403 Indian retailers found a 9.6 percent revenue gain. But typing an entry while a queue is waiting is slow, and harder for people who aren't comfortable typing. Earlier studies in India showed that low-literacy users prefer voice, and models like Whisper now understand Hindi and Marathi. So voice looks like the obvious answer.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actual problem. Three things get in the way. First, the good speech systems run in the cloud, and shops lose signal all the time. Second, people mix languages; someone will say 'Ramesh ka 250 ka udhaar add karo' in one breath. Third, and this is the big one, money has to be exact. If 'dhai sau' is heard as 'do sau', the customer's account is 50 rupees off. Nobody has checked whether an offline model on a cheap phone can handle all three.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six of the sixteen papers in our report, in time order. In 2007, Medhi and colleagues showed low-literacy users prefer voice, but they used recorded voice, not recognition. SLURP in 2020 said: judge a spoken command by its details, like the date or name, not just words. But it's English and has no money. Whisper and IndicWhisper made Indian speech recognition possible, and in 2025–26 people adapted Whisper to Hindi–English mixing and shrank it to 8 bits. Look at the last column: each one leaves something open.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read the literature in order, each period fixes something the last one couldn't. Early work showed voice suits users, then people tackled mixed Indian speech, then big models came, and now Whisper is being shrunk and tuned for Indian languages. What's still missing is three things. Nobody tested short khata commands in mixed Hindi, Marathi and English. Nobody tested this offline on a cheap phone. And nobody measured errors in money: word error rate treats a wrong filler word and a wrong amount exactly the same.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one research question: can an offline model on a cheap phone record mixed-language khata entries with few rupee errors, and faster than typing? We break it into four objectives. One, record about 360 commands from 12 people where we already know the right answer. Two, build the offline feature and compare it with a cloud service, with and without giving the model the shop's customer names. Three, measure errors in rupees and see how badly word error rate misjudges them. Four, a small test where 10 people try voice versus typing.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how the feature works. The shopkeeper presses a button and speaks. Whisper turns that into text on the phone itself, with no internet. Simple rules then pick out the amount and the type; 'saade teen hazaar' becomes 3,500 and 'jama' means repayment. We match the name against the shop's customer list, and the shopkeeper sees a confirm screen before anything is saved, so nothing goes into the khata blindly.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framework in one picture. On the left is what we change: the speech setup, which is cloud, offline Whisper, or offline Whisper with the customer-name hint, and in the usability test, voice versus typing. On the right is what we measure: whether the whole entry is right, the Rupee Error Rate, time on the phone, and for users, time per entry and the SUS score. The arrows are our four hypotheses. Language and background noise might change the results, so we note them for every clip.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experiment has three parts. First, 12 people each record 30 short commands, so about 360 clips; since we wrote the cards, we already know the right answer for each. Second, every clip goes through all three setups, so any difference comes from the setup, not the speech. Third, 10 people do five entries by voice and five by typing, and we time them. And if someone asks whether this is enough: because it's paired, 360 clips gives 80 percent power to catch a 5 to 6 point gap, and 10 people is enough to catch a big speed difference.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part we're proudest of. Word error rate counts every wrong word the same. Take 'Ramesh ko 250 udhaar': three outputs, each with one wrong word, so all three have 25 percent word error. But the first one costs nothing, the second costs 50 rupees, and the third puts 500 rupees on the wrong customer. So we measure the Rupee Error Rate: how many rupees end up in the wrong place per 100 entries. A wrong customer counts twice, because one person is missing the entry and another wrongly has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four hypotheses, and each has a simple test and a clear way to prove us wrong. We expect cloud to beat offline, but hopefully by a small gap, which would make offline practical. We expect the customer-name hint to help with names, and word error rate to be a poor guide to money errors. And we expect voice to be faster than typing. We think most mistakes will be in names and number words like 'dhai' and 'saade'. These are expectations, not results; we haven't run it yet.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what's new? Three things. The Rupee Error Rate, which as far as we found nobody has used for speech. A proper test of offline, mixed-language khata commands on a cheap phone. And using the shop's own customer list as a hint so the model hears names correctly. On IP, we think the rupee measure and the name hint might have potential, but we'll talk to the IP cell before publishing anything.</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runs for 12 weeks. Recording is done by week 5, the accuracy results by week 8, and the usability test by week 9, which leaves the last three weeks for analysis and writing. The whole budget is about 11,000 rupees. Most of that is one cheap Android phone at 6,000; the rest is small thank-you payments to shopkeepers, cloud usage, printing and travel. All the software we use is free.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papers cited on the slides, numbered the same as in our report. The report has 21 references in total, all in IEEE style, and we checked each one against its publisher's page. The two I'd point to are Whisper, which our offline setup is built on, and Wang and colleagues from 2003, who first showed that a lower word error rate doesn't always mean better understanding, which is the idea behind our Rupee Error Rate. If anyone wants the full list, it is at the end of the report.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That's our proposal. To sum it up in one line: offline voice entry for khata, judged by the rupees it gets wrong, not just the words. It builds on SmartOps, which already works offline, so the feature fits into a real app. The whole study costs about 11,000 rupees and runs in 12 weeks. Thank you, and we're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79867CD-CD09-0EEC-D165-96584688B982}"/>
              </a:ext>
            </a:extLst>
          </p:cNvPr>
          <p:cNvSpPr>
            <a:spLocks noGrp="1"/>
          </p:cNvSpPr>
          <p:nvPr>
            <p:ph type="title"/>
          </p:nvPr>
        </p:nvSpPr>
        <p:spPr>
          <a:xfrm>
            <a:off x="82296" y="64007"/>
            <a:ext cx="12015216" cy="5120639"/>
          </a:xfrm>
        </p:spPr>
        <p:txBody>
          <a:bodyPr>
            <a:normAutofit/>
          </a:bodyPr>
          <a:lstStyle>
            <a:lvl1pPr>
              <a:defRPr sz="11000" cap="all" baseline="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065D245-B564-481D-A323-F73C5BCA8461}"/>
              </a:ext>
            </a:extLst>
          </p:cNvPr>
          <p:cNvSpPr>
            <a:spLocks noGrp="1"/>
          </p:cNvSpPr>
          <p:nvPr>
            <p:ph type="subTitle" idx="1"/>
          </p:nvPr>
        </p:nvSpPr>
        <p:spPr>
          <a:xfrm>
            <a:off x="1088136" y="5360878"/>
            <a:ext cx="10037064" cy="566928"/>
          </a:xfrm>
        </p:spPr>
        <p:txBody>
          <a:bodyPr anchor="b" anchorCtr="0">
            <a:normAutofit/>
          </a:bodyPr>
          <a:lstStyle>
            <a:lvl1pPr marL="0" indent="0" algn="r">
              <a:lnSpc>
                <a:spcPct val="10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011422A5-3076-413B-84CB-ED3BA4171CC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28E072EE-51B3-4C0C-A460-4684AB079301}"/>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F5267C68-40D5-477E-9DBC-C28FD4B1142F}"/>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8" name="Straight Connector 7">
            <a:extLst>
              <a:ext uri="{FF2B5EF4-FFF2-40B4-BE49-F238E27FC236}">
                <a16:creationId xmlns:a16="http://schemas.microsoft.com/office/drawing/2014/main" id="{3C1F8589-B640-4540-D0AD-2B0461CD340F}"/>
              </a:ext>
              <a:ext uri="{C183D7F6-B498-43B3-948B-1728B52AA6E4}">
                <adec:decorative xmlns:adec="http://schemas.microsoft.com/office/drawing/2017/decorative" val="1"/>
              </a:ext>
            </a:extLst>
          </p:cNvPr>
          <p:cNvCxnSpPr>
            <a:cxnSpLocks/>
          </p:cNvCxnSpPr>
          <p:nvPr/>
        </p:nvCxnSpPr>
        <p:spPr>
          <a:xfrm>
            <a:off x="11387805" y="5749927"/>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820724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3EE2F5-9D3C-4BE7-9AD5-335B31CF2CB5}"/>
              </a:ext>
            </a:extLst>
          </p:cNvPr>
          <p:cNvSpPr>
            <a:spLocks noGrp="1"/>
          </p:cNvSpPr>
          <p:nvPr>
            <p:ph type="title"/>
          </p:nvPr>
        </p:nvSpPr>
        <p:spPr>
          <a:xfrm>
            <a:off x="1088136" y="1090246"/>
            <a:ext cx="10840626" cy="79051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5F98C4F-4BF6-47CF-ABEE-2B12748C470C}"/>
              </a:ext>
            </a:extLst>
          </p:cNvPr>
          <p:cNvSpPr>
            <a:spLocks noGrp="1"/>
          </p:cNvSpPr>
          <p:nvPr>
            <p:ph idx="1"/>
          </p:nvPr>
        </p:nvSpPr>
        <p:spPr>
          <a:xfrm>
            <a:off x="1088135" y="1880756"/>
            <a:ext cx="10840627" cy="4558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151AB30-CD74-471D-9FA6-ADC0C901E6D0}"/>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D539070-70D2-4DD1-A439-155343FE262E}"/>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A6A137C4-F19E-4521-8DCB-4E0CF9CA3193}"/>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7" name="Straight Connector 6">
            <a:extLst>
              <a:ext uri="{FF2B5EF4-FFF2-40B4-BE49-F238E27FC236}">
                <a16:creationId xmlns:a16="http://schemas.microsoft.com/office/drawing/2014/main" id="{FD144482-F463-E942-01AE-69DF54F4171C}"/>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99088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087847" y="4676177"/>
            <a:ext cx="10835639" cy="1319510"/>
          </a:xfrm>
        </p:spPr>
        <p:txBody>
          <a:bodyPr vert="horz" lIns="91440" tIns="45720" rIns="91440" bIns="45720" rtlCol="0" anchor="b">
            <a:noAutofit/>
          </a:bodyPr>
          <a:lstStyle>
            <a:lvl1pPr>
              <a:defRPr lang="en-US" sz="5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087847" y="6065134"/>
            <a:ext cx="10835639" cy="373766"/>
          </a:xfrm>
        </p:spPr>
        <p:txBody>
          <a:bodyPr vert="horz" lIns="91440" tIns="45720" rIns="91440" bIns="45720" rtlCol="0" anchor="b">
            <a:noAutofit/>
          </a:bodyPr>
          <a:lstStyle>
            <a:lvl1pPr marL="0" indent="0">
              <a:spcBef>
                <a:spcPts val="0"/>
              </a:spcBef>
              <a:buNone/>
              <a:defRPr lang="en-US" sz="20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1"/>
            <a:ext cx="12191999" cy="4467828"/>
          </a:xfrm>
          <a:blipFill dpi="0" rotWithShape="1">
            <a:blip r:embed="rId2">
              <a:alphaModFix amt="60000"/>
            </a:blip>
            <a:srcRect/>
            <a:stretch>
              <a:fillRect/>
            </a:stretch>
          </a:blipFill>
        </p:spPr>
        <p:txBody>
          <a:bodyPr/>
          <a:lstStyle>
            <a:lvl1pPr marL="0" indent="0">
              <a:buNone/>
              <a:defRPr/>
            </a:lvl1pPr>
          </a:lstStyle>
          <a:p>
            <a:r>
              <a:rPr lang="en-US" dirty="0"/>
              <a:t> </a:t>
            </a:r>
          </a:p>
        </p:txBody>
      </p:sp>
      <p:cxnSp>
        <p:nvCxnSpPr>
          <p:cNvPr id="4" name="Straight Connector 3">
            <a:extLst>
              <a:ext uri="{FF2B5EF4-FFF2-40B4-BE49-F238E27FC236}">
                <a16:creationId xmlns:a16="http://schemas.microsoft.com/office/drawing/2014/main" id="{A7765164-0D02-5316-1845-119CB011190B}"/>
              </a:ext>
              <a:ext uri="{C183D7F6-B498-43B3-948B-1728B52AA6E4}">
                <adec:decorative xmlns:adec="http://schemas.microsoft.com/office/drawing/2017/decorative" val="1"/>
              </a:ext>
            </a:extLst>
          </p:cNvPr>
          <p:cNvCxnSpPr>
            <a:cxnSpLocks/>
          </p:cNvCxnSpPr>
          <p:nvPr/>
        </p:nvCxnSpPr>
        <p:spPr>
          <a:xfrm>
            <a:off x="0" y="5715000"/>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6" name="Footer Placeholder 5">
            <a:extLst>
              <a:ext uri="{FF2B5EF4-FFF2-40B4-BE49-F238E27FC236}">
                <a16:creationId xmlns:a16="http://schemas.microsoft.com/office/drawing/2014/main" id="{2DFA2081-8ED6-0719-D0B6-2818D6019332}"/>
              </a:ext>
            </a:extLst>
          </p:cNvPr>
          <p:cNvSpPr>
            <a:spLocks noGrp="1"/>
          </p:cNvSpPr>
          <p:nvPr>
            <p:ph type="ftr" sz="quarter" idx="15"/>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9A51F47A-9B8B-A343-2C56-110E21331AE3}"/>
              </a:ext>
            </a:extLst>
          </p:cNvPr>
          <p:cNvSpPr>
            <a:spLocks noGrp="1"/>
          </p:cNvSpPr>
          <p:nvPr>
            <p:ph type="dt" sz="half" idx="14"/>
          </p:nvPr>
        </p:nvSpPr>
        <p:spPr/>
        <p:txBody>
          <a:bodyPr/>
          <a:lstStyle/>
          <a:p>
            <a:fld id="{7DA2CEDE-2AB4-4FB8-9551-E0AA4222B1A3}" type="datetime1">
              <a:rPr lang="en-US" smtClean="0"/>
              <a:pPr/>
              <a:t>9/22/2026</a:t>
            </a:fld>
            <a:endParaRPr lang="en-US" dirty="0"/>
          </a:p>
        </p:txBody>
      </p:sp>
      <p:sp>
        <p:nvSpPr>
          <p:cNvPr id="10" name="Slide Number Placeholder 9">
            <a:extLst>
              <a:ext uri="{FF2B5EF4-FFF2-40B4-BE49-F238E27FC236}">
                <a16:creationId xmlns:a16="http://schemas.microsoft.com/office/drawing/2014/main" id="{F259CCC4-FA9E-2074-3142-5EBA62F91B25}"/>
              </a:ext>
            </a:extLst>
          </p:cNvPr>
          <p:cNvSpPr>
            <a:spLocks noGrp="1"/>
          </p:cNvSpPr>
          <p:nvPr>
            <p:ph type="sldNum" sz="quarter" idx="16"/>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62988394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736010" cy="2845567"/>
          </a:xfrm>
        </p:spPr>
        <p:txBody>
          <a:bodyPr vert="horz" lIns="91440" tIns="45720" rIns="91440" bIns="45720" rtlCol="0" anchor="b">
            <a:noAutofit/>
          </a:bodyPr>
          <a:lstStyle>
            <a:lvl1pPr>
              <a:defRPr lang="en-US" sz="36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729915" cy="1123122"/>
          </a:xfrm>
        </p:spPr>
        <p:txBody>
          <a:bodyPr vert="horz" lIns="91440" tIns="45720" rIns="91440" bIns="45720" rtlCol="0">
            <a:normAutofit/>
          </a:bodyPr>
          <a:lstStyle>
            <a:lvl1pPr marL="0" indent="0">
              <a:lnSpc>
                <a:spcPct val="100000"/>
              </a:lnSpc>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61778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17" name="Footer Placeholder 4">
            <a:extLst>
              <a:ext uri="{FF2B5EF4-FFF2-40B4-BE49-F238E27FC236}">
                <a16:creationId xmlns:a16="http://schemas.microsoft.com/office/drawing/2014/main" id="{DF8C2BF2-38FB-0598-A4BE-DD111229A3FE}"/>
              </a:ext>
            </a:extLst>
          </p:cNvPr>
          <p:cNvSpPr>
            <a:spLocks noGrp="1"/>
          </p:cNvSpPr>
          <p:nvPr>
            <p:ph type="ftr" sz="quarter" idx="11"/>
          </p:nvPr>
        </p:nvSpPr>
        <p:spPr>
          <a:xfrm>
            <a:off x="7846388" y="6438900"/>
            <a:ext cx="1714301" cy="419100"/>
          </a:xfrm>
        </p:spPr>
        <p:txBody>
          <a:bodyPr/>
          <a:lstStyle/>
          <a:p>
            <a:r>
              <a:rPr lang="en-US"/>
              <a:t>Sample Footer Text</a:t>
            </a:r>
            <a:endParaRPr lang="en-US" dirty="0"/>
          </a:p>
        </p:txBody>
      </p:sp>
      <p:sp>
        <p:nvSpPr>
          <p:cNvPr id="18" name="Date Placeholder 4">
            <a:extLst>
              <a:ext uri="{FF2B5EF4-FFF2-40B4-BE49-F238E27FC236}">
                <a16:creationId xmlns:a16="http://schemas.microsoft.com/office/drawing/2014/main" id="{5A41BBAF-5441-8512-B575-2EB961DD485E}"/>
              </a:ext>
            </a:extLst>
          </p:cNvPr>
          <p:cNvSpPr>
            <a:spLocks noGrp="1"/>
          </p:cNvSpPr>
          <p:nvPr>
            <p:ph type="dt" sz="half" idx="15"/>
          </p:nvPr>
        </p:nvSpPr>
        <p:spPr>
          <a:xfrm>
            <a:off x="9650896" y="6438900"/>
            <a:ext cx="864704" cy="419100"/>
          </a:xfrm>
        </p:spPr>
        <p:txBody>
          <a:bodyPr/>
          <a:lstStyle/>
          <a:p>
            <a:fld id="{7DA2CEDE-2AB4-4FB8-9551-E0AA4222B1A3}" type="datetime1">
              <a:rPr lang="en-US" smtClean="0"/>
              <a:pPr/>
              <a:t>9/22/2026</a:t>
            </a:fld>
            <a:endParaRPr lang="en-US" dirty="0"/>
          </a:p>
        </p:txBody>
      </p:sp>
      <p:sp>
        <p:nvSpPr>
          <p:cNvPr id="19" name="Slide Number Placeholder 5">
            <a:extLst>
              <a:ext uri="{FF2B5EF4-FFF2-40B4-BE49-F238E27FC236}">
                <a16:creationId xmlns:a16="http://schemas.microsoft.com/office/drawing/2014/main" id="{89401810-4A83-D1CF-00A6-76F622C7153C}"/>
              </a:ext>
            </a:extLst>
          </p:cNvPr>
          <p:cNvSpPr>
            <a:spLocks noGrp="1"/>
          </p:cNvSpPr>
          <p:nvPr>
            <p:ph type="sldNum" sz="quarter" idx="12"/>
          </p:nvPr>
        </p:nvSpPr>
        <p:spPr>
          <a:xfrm>
            <a:off x="10523764" y="6438900"/>
            <a:ext cx="601436" cy="419100"/>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613582489"/>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Pr>
        <a:solidFill>
          <a:schemeClr val="tx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1A7175-8061-E7CC-68E4-2B3CECB6CCFE}"/>
              </a:ext>
            </a:extLst>
          </p:cNvPr>
          <p:cNvSpPr>
            <a:spLocks noGrp="1"/>
          </p:cNvSpPr>
          <p:nvPr>
            <p:ph type="title" hasCustomPrompt="1"/>
          </p:nvPr>
        </p:nvSpPr>
        <p:spPr>
          <a:xfrm>
            <a:off x="1088136" y="1090244"/>
            <a:ext cx="10037064" cy="5159257"/>
          </a:xfrm>
        </p:spPr>
        <p:txBody>
          <a:bodyPr>
            <a:normAutofit/>
          </a:bodyPr>
          <a:lstStyle>
            <a:lvl1pPr>
              <a:defRPr sz="8000">
                <a:solidFill>
                  <a:schemeClr val="bg1"/>
                </a:solidFill>
              </a:defRPr>
            </a:lvl1pPr>
          </a:lstStyle>
          <a:p>
            <a:r>
              <a:rPr lang="en-US" dirty="0"/>
              <a:t>Section header</a:t>
            </a:r>
          </a:p>
        </p:txBody>
      </p:sp>
      <p:sp>
        <p:nvSpPr>
          <p:cNvPr id="5" name="Footer Placeholder 4">
            <a:extLst>
              <a:ext uri="{FF2B5EF4-FFF2-40B4-BE49-F238E27FC236}">
                <a16:creationId xmlns:a16="http://schemas.microsoft.com/office/drawing/2014/main" id="{4C094542-CAEF-4D6C-BE6A-BC100F0590F9}"/>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B3408851-4DCC-447C-828A-5F7E66F7623D}"/>
              </a:ext>
            </a:extLst>
          </p:cNvPr>
          <p:cNvSpPr>
            <a:spLocks noGrp="1"/>
          </p:cNvSpPr>
          <p:nvPr>
            <p:ph type="dt" sz="half" idx="10"/>
          </p:nvPr>
        </p:nvSpPr>
        <p:spPr/>
        <p:txBody>
          <a:bodyPr/>
          <a:lstStyle>
            <a:lvl1pPr>
              <a:defRPr>
                <a:solidFill>
                  <a:schemeClr val="bg1"/>
                </a:solidFill>
              </a:defRPr>
            </a:lvl1p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2C8BDE40-8468-4051-9703-B751608AAF9D}"/>
              </a:ext>
            </a:extLst>
          </p:cNvPr>
          <p:cNvSpPr>
            <a:spLocks noGrp="1"/>
          </p:cNvSpPr>
          <p:nvPr>
            <p:ph type="sldNum" sz="quarter" idx="12"/>
          </p:nvPr>
        </p:nvSpPr>
        <p:spPr/>
        <p:txBody>
          <a:bodyPr/>
          <a:lstStyle>
            <a:lvl1pPr>
              <a:defRPr>
                <a:solidFill>
                  <a:schemeClr val="bg1"/>
                </a:solidFill>
              </a:defRPr>
            </a:lvl1pPr>
          </a:lstStyle>
          <a:p>
            <a:fld id="{5E0677F5-4A8A-4BF1-96BE-3BAE8FBAFE2E}" type="slidenum">
              <a:rPr lang="en-US" smtClean="0"/>
              <a:pPr/>
              <a:t>‹#›</a:t>
            </a:fld>
            <a:endParaRPr lang="en-US" dirty="0"/>
          </a:p>
        </p:txBody>
      </p:sp>
      <p:cxnSp>
        <p:nvCxnSpPr>
          <p:cNvPr id="9" name="Straight Connector 8">
            <a:extLst>
              <a:ext uri="{FF2B5EF4-FFF2-40B4-BE49-F238E27FC236}">
                <a16:creationId xmlns:a16="http://schemas.microsoft.com/office/drawing/2014/main" id="{96A5A591-C2D3-D6A3-432F-2C1371951C13}"/>
              </a:ext>
              <a:ext uri="{C183D7F6-B498-43B3-948B-1728B52AA6E4}">
                <adec:decorative xmlns:adec="http://schemas.microsoft.com/office/drawing/2017/decorative" val="1"/>
              </a:ext>
            </a:extLst>
          </p:cNvPr>
          <p:cNvCxnSpPr>
            <a:cxnSpLocks/>
          </p:cNvCxnSpPr>
          <p:nvPr/>
        </p:nvCxnSpPr>
        <p:spPr>
          <a:xfrm>
            <a:off x="0" y="1205868"/>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6062323"/>
      </p:ext>
    </p:extLst>
  </p:cSld>
  <p:clrMapOvr>
    <a:masterClrMapping/>
  </p:clrMapOvr>
  <p:hf sldNum="0" hdr="0" ftr="0" dt="0"/>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B916BDA-9E36-8180-7EBC-AC2A35C79FFC}"/>
              </a:ext>
            </a:extLst>
          </p:cNvPr>
          <p:cNvSpPr>
            <a:spLocks noGrp="1"/>
          </p:cNvSpPr>
          <p:nvPr>
            <p:ph type="title" hasCustomPrompt="1"/>
          </p:nvPr>
        </p:nvSpPr>
        <p:spPr>
          <a:xfrm>
            <a:off x="1090940" y="1088702"/>
            <a:ext cx="8479072" cy="1395553"/>
          </a:xfrm>
        </p:spPr>
        <p:txBody>
          <a:bodyPr anchor="t">
            <a:normAutofit/>
          </a:bodyPr>
          <a:lstStyle>
            <a:lvl1pPr>
              <a:defRPr sz="3600"/>
            </a:lvl1pPr>
          </a:lstStyle>
          <a:p>
            <a:r>
              <a:rPr lang="en-US" dirty="0"/>
              <a:t>Agenda</a:t>
            </a:r>
          </a:p>
        </p:txBody>
      </p:sp>
      <p:sp>
        <p:nvSpPr>
          <p:cNvPr id="8" name="Content Placeholder 6">
            <a:extLst>
              <a:ext uri="{FF2B5EF4-FFF2-40B4-BE49-F238E27FC236}">
                <a16:creationId xmlns:a16="http://schemas.microsoft.com/office/drawing/2014/main" id="{92AF672E-4752-50B9-9301-C8042FD003CC}"/>
              </a:ext>
            </a:extLst>
          </p:cNvPr>
          <p:cNvSpPr>
            <a:spLocks noGrp="1"/>
          </p:cNvSpPr>
          <p:nvPr>
            <p:ph sz="quarter" idx="13"/>
          </p:nvPr>
        </p:nvSpPr>
        <p:spPr>
          <a:xfrm>
            <a:off x="1096697" y="2484255"/>
            <a:ext cx="8467558" cy="3539514"/>
          </a:xfrm>
        </p:spPr>
        <p:txBody>
          <a:bodyPr>
            <a:normAutofit/>
          </a:bodyPr>
          <a:lstStyle>
            <a:lvl1pPr marL="457200" indent="-457200">
              <a:lnSpc>
                <a:spcPct val="100000"/>
              </a:lnSpc>
              <a:buFont typeface="+mj-lt"/>
              <a:buAutoNum type="arabicPeriod"/>
              <a:defRPr sz="2000"/>
            </a:lvl1pPr>
            <a:lvl2pPr marL="685800" indent="-457200">
              <a:lnSpc>
                <a:spcPct val="100000"/>
              </a:lnSpc>
              <a:buFont typeface="+mj-lt"/>
              <a:buAutoNum type="arabicPeriod"/>
              <a:defRPr sz="2000"/>
            </a:lvl2pPr>
            <a:lvl3pPr marL="800100" indent="-342900">
              <a:lnSpc>
                <a:spcPct val="100000"/>
              </a:lnSpc>
              <a:buFont typeface="+mj-lt"/>
              <a:buAutoNum type="arabicPeriod"/>
              <a:defRPr sz="2000"/>
            </a:lvl3pPr>
            <a:lvl4pPr marL="1028700" indent="-342900">
              <a:lnSpc>
                <a:spcPct val="100000"/>
              </a:lnSpc>
              <a:buFont typeface="+mj-lt"/>
              <a:buAutoNum type="arabicPeriod"/>
              <a:defRPr sz="2000"/>
            </a:lvl4pPr>
            <a:lvl5pPr marL="1257300" indent="-342900">
              <a:lnSpc>
                <a:spcPct val="100000"/>
              </a:lnSpc>
              <a:buFont typeface="+mj-lt"/>
              <a:buAutoNum type="arabicPeriod"/>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9" name="Straight Connector 8">
            <a:extLst>
              <a:ext uri="{FF2B5EF4-FFF2-40B4-BE49-F238E27FC236}">
                <a16:creationId xmlns:a16="http://schemas.microsoft.com/office/drawing/2014/main" id="{4565070F-FB67-7572-2807-986A2553765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57685908"/>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1088136" y="1088136"/>
            <a:ext cx="5749392" cy="1554480"/>
          </a:xfrm>
        </p:spPr>
        <p:txBody>
          <a:bodyPr anchor="t" anchorCtr="0">
            <a:normAutofit/>
          </a:bodyPr>
          <a:lstStyle>
            <a:lvl1pPr>
              <a:defRPr sz="36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088136" y="2651760"/>
            <a:ext cx="5749392" cy="3694176"/>
          </a:xfrm>
        </p:spPr>
        <p:txBody>
          <a:bodyPr>
            <a:normAutofit/>
          </a:bodyPr>
          <a:lstStyle>
            <a:lvl1pPr marL="342900" indent="-342900">
              <a:lnSpc>
                <a:spcPct val="100000"/>
              </a:lnSpc>
              <a:buFont typeface="System Font Regular"/>
              <a:buChar char="-"/>
              <a:defRPr sz="2000"/>
            </a:lvl1pPr>
            <a:lvl2pPr>
              <a:lnSpc>
                <a:spcPct val="100000"/>
              </a:lnSpc>
              <a:defRPr sz="2000"/>
            </a:lvl2pPr>
            <a:lvl3pPr>
              <a:lnSpc>
                <a:spcPct val="100000"/>
              </a:lnSpc>
              <a:defRPr sz="2000"/>
            </a:lvl3pPr>
            <a:lvl4pPr>
              <a:lnSpc>
                <a:spcPct val="100000"/>
              </a:lnSpc>
              <a:defRPr sz="2000"/>
            </a:lvl4pPr>
            <a:lvl5pPr>
              <a:lnSpc>
                <a:spcPct val="100000"/>
              </a:lnSpc>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1090940" y="6438900"/>
            <a:ext cx="3915404" cy="419100"/>
          </a:xfrm>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5006344" y="6438900"/>
            <a:ext cx="1126120" cy="419100"/>
          </a:xfrm>
        </p:spPr>
        <p:txBody>
          <a:bodyPr/>
          <a:lstStyle/>
          <a:p>
            <a:fld id="{7DA2CEDE-2AB4-4FB8-9551-E0AA4222B1A3}" type="datetime1">
              <a:rPr lang="en-US" smtClean="0"/>
              <a:pPr/>
              <a:t>9/22/2026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6132464" y="6438900"/>
            <a:ext cx="705064" cy="419100"/>
          </a:xfrm>
        </p:spPr>
        <p:txBody>
          <a:bodyPr/>
          <a:lstStyle/>
          <a:p>
            <a:fld id="{5E0677F5-4A8A-4BF1-96BE-3BAE8FBAFE2E}" type="slidenum">
              <a:rPr lang="en-US" smtClean="0"/>
              <a:pPr/>
              <a:t>‹#›</a:t>
            </a:fld>
            <a:endParaRPr lang="en-US" dirty="0"/>
          </a:p>
        </p:txBody>
      </p:sp>
      <p:sp>
        <p:nvSpPr>
          <p:cNvPr id="6" name="Picture Placeholder 10">
            <a:extLst>
              <a:ext uri="{FF2B5EF4-FFF2-40B4-BE49-F238E27FC236}">
                <a16:creationId xmlns:a16="http://schemas.microsoft.com/office/drawing/2014/main" id="{E4B52E79-E470-1B1A-EADF-94DA7253B328}"/>
              </a:ext>
            </a:extLst>
          </p:cNvPr>
          <p:cNvSpPr>
            <a:spLocks noGrp="1"/>
          </p:cNvSpPr>
          <p:nvPr>
            <p:ph type="pic" sz="quarter" idx="14" hasCustomPrompt="1"/>
          </p:nvPr>
        </p:nvSpPr>
        <p:spPr>
          <a:xfrm>
            <a:off x="7315200" y="0"/>
            <a:ext cx="48768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8" name="Straight Connector 7">
            <a:extLst>
              <a:ext uri="{FF2B5EF4-FFF2-40B4-BE49-F238E27FC236}">
                <a16:creationId xmlns:a16="http://schemas.microsoft.com/office/drawing/2014/main" id="{94C1AE97-7274-F222-2135-C3524958A87F}"/>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46834526"/>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7676" y="1114856"/>
            <a:ext cx="3923455" cy="4083580"/>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294612" y="1115290"/>
            <a:ext cx="5809713" cy="5171210"/>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9954F329-E63B-9F25-4E06-2E98A6453DA7}"/>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972173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3701" y="1114655"/>
            <a:ext cx="2771326" cy="3675552"/>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134532" y="1129145"/>
            <a:ext cx="7794231" cy="5157355"/>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7547F2C9-46DC-B902-E883-CE0360E6DD94}"/>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451258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785788" y="1111101"/>
            <a:ext cx="6339412" cy="1143000"/>
          </a:xfrm>
        </p:spPr>
        <p:txBody>
          <a:bodyPr anchor="t"/>
          <a:lstStyle/>
          <a:p>
            <a:r>
              <a:rPr lang="en-US"/>
              <a:t>Click to edit Master title style</a:t>
            </a:r>
            <a:endParaRPr lang="en-US" dirty="0"/>
          </a:p>
        </p:txBody>
      </p:sp>
      <p:sp>
        <p:nvSpPr>
          <p:cNvPr id="6" name="Picture Placeholder 10">
            <a:extLst>
              <a:ext uri="{FF2B5EF4-FFF2-40B4-BE49-F238E27FC236}">
                <a16:creationId xmlns:a16="http://schemas.microsoft.com/office/drawing/2014/main" id="{6FB7CB50-241E-E6B6-1C0E-1B5466B14779}"/>
              </a:ext>
            </a:extLst>
          </p:cNvPr>
          <p:cNvSpPr>
            <a:spLocks noGrp="1"/>
          </p:cNvSpPr>
          <p:nvPr>
            <p:ph type="pic" sz="quarter" idx="13" hasCustomPrompt="1"/>
          </p:nvPr>
        </p:nvSpPr>
        <p:spPr>
          <a:xfrm>
            <a:off x="12192" y="0"/>
            <a:ext cx="4506585"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1" name="Content Placeholder 7">
            <a:extLst>
              <a:ext uri="{FF2B5EF4-FFF2-40B4-BE49-F238E27FC236}">
                <a16:creationId xmlns:a16="http://schemas.microsoft.com/office/drawing/2014/main" id="{A1C94DDD-A7D7-1407-F63C-F296AB454220}"/>
              </a:ext>
            </a:extLst>
          </p:cNvPr>
          <p:cNvSpPr>
            <a:spLocks noGrp="1"/>
          </p:cNvSpPr>
          <p:nvPr>
            <p:ph sz="quarter" idx="18"/>
          </p:nvPr>
        </p:nvSpPr>
        <p:spPr>
          <a:xfrm>
            <a:off x="4785787" y="2402887"/>
            <a:ext cx="6339414" cy="3883614"/>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3871FB-7459-8C2E-BA80-AD31AE855A93}"/>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A7504282-04A3-1CE1-50A4-AF83D0D40A42}"/>
              </a:ext>
            </a:extLst>
          </p:cNvPr>
          <p:cNvSpPr>
            <a:spLocks noGrp="1"/>
          </p:cNvSpPr>
          <p:nvPr>
            <p:ph type="ftr" sz="quarter" idx="11"/>
          </p:nvPr>
        </p:nvSpPr>
        <p:spPr>
          <a:xfrm>
            <a:off x="4785788" y="6438900"/>
            <a:ext cx="4774902"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CA12AEFE-D7DE-804A-807C-704D5B34E130}"/>
              </a:ext>
            </a:extLst>
          </p:cNvPr>
          <p:cNvSpPr>
            <a:spLocks noGrp="1"/>
          </p:cNvSpPr>
          <p:nvPr>
            <p:ph type="dt" sz="half" idx="15"/>
          </p:nvPr>
        </p:nvSpPr>
        <p:spPr>
          <a:xfrm>
            <a:off x="9650896" y="6438900"/>
            <a:ext cx="864704" cy="419100"/>
          </a:xfrm>
        </p:spPr>
        <p:txBody>
          <a:bodyPr/>
          <a:lstStyle/>
          <a:p>
            <a:fld id="{7DA2CEDE-2AB4-4FB8-9551-E0AA4222B1A3}" type="datetime1">
              <a:rPr lang="en-US" smtClean="0"/>
              <a:pPr/>
              <a:t>9/22/2026</a:t>
            </a:fld>
            <a:endParaRPr lang="en-US" dirty="0"/>
          </a:p>
        </p:txBody>
      </p:sp>
      <p:sp>
        <p:nvSpPr>
          <p:cNvPr id="8" name="Slide Number Placeholder 5">
            <a:extLst>
              <a:ext uri="{FF2B5EF4-FFF2-40B4-BE49-F238E27FC236}">
                <a16:creationId xmlns:a16="http://schemas.microsoft.com/office/drawing/2014/main" id="{9C293909-C7AB-A707-F48B-6007FE72563B}"/>
              </a:ext>
            </a:extLst>
          </p:cNvPr>
          <p:cNvSpPr>
            <a:spLocks noGrp="1"/>
          </p:cNvSpPr>
          <p:nvPr>
            <p:ph type="sldNum" sz="quarter" idx="12"/>
          </p:nvPr>
        </p:nvSpPr>
        <p:spPr>
          <a:xfrm>
            <a:off x="10523764" y="6438900"/>
            <a:ext cx="601436" cy="419100"/>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67009352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76991" y="1112104"/>
            <a:ext cx="7321615" cy="932688"/>
          </a:xfrm>
        </p:spPr>
        <p:txBody>
          <a:bodyPr anchor="t"/>
          <a:lstStyle/>
          <a:p>
            <a:r>
              <a:rPr lang="en-US"/>
              <a:t>Click to edit Master title style</a:t>
            </a:r>
            <a:endParaRPr lang="en-US" dirty="0"/>
          </a:p>
        </p:txBody>
      </p:sp>
      <p:sp>
        <p:nvSpPr>
          <p:cNvPr id="15" name="Picture Placeholder 10">
            <a:extLst>
              <a:ext uri="{FF2B5EF4-FFF2-40B4-BE49-F238E27FC236}">
                <a16:creationId xmlns:a16="http://schemas.microsoft.com/office/drawing/2014/main" id="{5189CF27-6D02-DB0D-F5D1-1535F1479166}"/>
              </a:ext>
            </a:extLst>
          </p:cNvPr>
          <p:cNvSpPr>
            <a:spLocks noGrp="1"/>
          </p:cNvSpPr>
          <p:nvPr>
            <p:ph type="pic" sz="quarter" idx="19" hasCustomPrompt="1"/>
          </p:nvPr>
        </p:nvSpPr>
        <p:spPr>
          <a:xfrm>
            <a:off x="0"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Content Placeholder 7">
            <a:extLst>
              <a:ext uri="{FF2B5EF4-FFF2-40B4-BE49-F238E27FC236}">
                <a16:creationId xmlns:a16="http://schemas.microsoft.com/office/drawing/2014/main" id="{6373ED08-D584-FD0F-C5B0-EF4E07A0D890}"/>
              </a:ext>
            </a:extLst>
          </p:cNvPr>
          <p:cNvSpPr>
            <a:spLocks noGrp="1"/>
          </p:cNvSpPr>
          <p:nvPr>
            <p:ph sz="quarter" idx="18"/>
          </p:nvPr>
        </p:nvSpPr>
        <p:spPr>
          <a:xfrm>
            <a:off x="3776075" y="2187258"/>
            <a:ext cx="7349126"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0" name="Straight Connector 9">
            <a:extLst>
              <a:ext uri="{FF2B5EF4-FFF2-40B4-BE49-F238E27FC236}">
                <a16:creationId xmlns:a16="http://schemas.microsoft.com/office/drawing/2014/main" id="{7D906524-8E7E-05A8-4F9E-A2C39750A30C}"/>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8F256971-28FA-FA33-0A85-0B851EA7AE9B}"/>
              </a:ext>
            </a:extLst>
          </p:cNvPr>
          <p:cNvSpPr>
            <a:spLocks noGrp="1"/>
          </p:cNvSpPr>
          <p:nvPr>
            <p:ph type="ftr" sz="quarter" idx="11"/>
          </p:nvPr>
        </p:nvSpPr>
        <p:spPr>
          <a:xfrm>
            <a:off x="3776076" y="6438900"/>
            <a:ext cx="5784614" cy="419100"/>
          </a:xfrm>
        </p:spPr>
        <p:txBody>
          <a:bodyPr/>
          <a:lstStyle/>
          <a:p>
            <a:r>
              <a:rPr lang="en-US"/>
              <a:t>Sample Footer Text</a:t>
            </a:r>
            <a:endParaRPr lang="en-US" dirty="0"/>
          </a:p>
        </p:txBody>
      </p:sp>
      <p:sp>
        <p:nvSpPr>
          <p:cNvPr id="7" name="Date Placeholder 4">
            <a:extLst>
              <a:ext uri="{FF2B5EF4-FFF2-40B4-BE49-F238E27FC236}">
                <a16:creationId xmlns:a16="http://schemas.microsoft.com/office/drawing/2014/main" id="{F04B437D-29C2-D3ED-BEFA-E1F868B0FB5E}"/>
              </a:ext>
            </a:extLst>
          </p:cNvPr>
          <p:cNvSpPr>
            <a:spLocks noGrp="1"/>
          </p:cNvSpPr>
          <p:nvPr>
            <p:ph type="dt" sz="half" idx="15"/>
          </p:nvPr>
        </p:nvSpPr>
        <p:spPr>
          <a:xfrm>
            <a:off x="9650896" y="6438900"/>
            <a:ext cx="864704" cy="419100"/>
          </a:xfrm>
        </p:spPr>
        <p:txBody>
          <a:bodyPr/>
          <a:lstStyle/>
          <a:p>
            <a:fld id="{7DA2CEDE-2AB4-4FB8-9551-E0AA4222B1A3}" type="datetime1">
              <a:rPr lang="en-US" smtClean="0"/>
              <a:pPr/>
              <a:t>9/22/2026</a:t>
            </a:fld>
            <a:endParaRPr lang="en-US" dirty="0"/>
          </a:p>
        </p:txBody>
      </p:sp>
      <p:sp>
        <p:nvSpPr>
          <p:cNvPr id="8" name="Slide Number Placeholder 5">
            <a:extLst>
              <a:ext uri="{FF2B5EF4-FFF2-40B4-BE49-F238E27FC236}">
                <a16:creationId xmlns:a16="http://schemas.microsoft.com/office/drawing/2014/main" id="{70EB108D-6128-5356-6097-7D1D10551222}"/>
              </a:ext>
            </a:extLst>
          </p:cNvPr>
          <p:cNvSpPr>
            <a:spLocks noGrp="1"/>
          </p:cNvSpPr>
          <p:nvPr>
            <p:ph type="sldNum" sz="quarter" idx="12"/>
          </p:nvPr>
        </p:nvSpPr>
        <p:spPr>
          <a:xfrm>
            <a:off x="10523764" y="6438900"/>
            <a:ext cx="601436" cy="419100"/>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295110266"/>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3394" y="1112104"/>
            <a:ext cx="7343564" cy="932688"/>
          </a:xfrm>
        </p:spPr>
        <p:txBody>
          <a:bodyPr anchor="t"/>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1093393" y="2187258"/>
            <a:ext cx="7343565" cy="4099242"/>
          </a:xfrm>
        </p:spPr>
        <p:txBody>
          <a:bodyPr>
            <a:normAutofit/>
          </a:bodyPr>
          <a:lstStyle>
            <a:lvl1pPr>
              <a:lnSpc>
                <a:spcPct val="100000"/>
              </a:lnSpc>
              <a:defRPr sz="1600"/>
            </a:lvl1pPr>
            <a:lvl2pPr>
              <a:lnSpc>
                <a:spcPct val="100000"/>
              </a:lnSpc>
              <a:defRPr sz="1600"/>
            </a:lvl2pPr>
            <a:lvl3pPr>
              <a:lnSpc>
                <a:spcPct val="100000"/>
              </a:lnSpc>
              <a:defRPr sz="1600"/>
            </a:lvl3pPr>
            <a:lvl4pPr>
              <a:lnSpc>
                <a:spcPct val="100000"/>
              </a:lnSpc>
              <a:defRPr sz="1600"/>
            </a:lvl4pPr>
            <a:lvl5pPr>
              <a:lnSpc>
                <a:spcPct val="100000"/>
              </a:lnSpc>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4D039FC6-F740-7D02-FD07-5B1B076DCE6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DC666571-786A-B2D2-4FC3-C22E71C243E1}"/>
              </a:ext>
            </a:extLst>
          </p:cNvPr>
          <p:cNvSpPr>
            <a:spLocks noGrp="1"/>
          </p:cNvSpPr>
          <p:nvPr>
            <p:ph type="ftr" sz="quarter" idx="11"/>
          </p:nvPr>
        </p:nvSpPr>
        <p:spPr>
          <a:xfrm>
            <a:off x="1093394" y="6438900"/>
            <a:ext cx="5779054"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324A0C0-9CB0-6208-0780-67E3C7F2C02C}"/>
              </a:ext>
            </a:extLst>
          </p:cNvPr>
          <p:cNvSpPr>
            <a:spLocks noGrp="1"/>
          </p:cNvSpPr>
          <p:nvPr>
            <p:ph type="dt" sz="half" idx="15"/>
          </p:nvPr>
        </p:nvSpPr>
        <p:spPr>
          <a:xfrm>
            <a:off x="6962654" y="6438900"/>
            <a:ext cx="864704" cy="419100"/>
          </a:xfrm>
        </p:spPr>
        <p:txBody>
          <a:bodyPr/>
          <a:lstStyle/>
          <a:p>
            <a:fld id="{7DA2CEDE-2AB4-4FB8-9551-E0AA4222B1A3}" type="datetime1">
              <a:rPr lang="en-US" smtClean="0"/>
              <a:pPr/>
              <a:t>9/22/2026</a:t>
            </a:fld>
            <a:endParaRPr lang="en-US" dirty="0"/>
          </a:p>
        </p:txBody>
      </p:sp>
      <p:sp>
        <p:nvSpPr>
          <p:cNvPr id="7" name="Slide Number Placeholder 5">
            <a:extLst>
              <a:ext uri="{FF2B5EF4-FFF2-40B4-BE49-F238E27FC236}">
                <a16:creationId xmlns:a16="http://schemas.microsoft.com/office/drawing/2014/main" id="{7F7421E2-5EEC-7791-DBEE-600FF5170816}"/>
              </a:ext>
            </a:extLst>
          </p:cNvPr>
          <p:cNvSpPr>
            <a:spLocks noGrp="1"/>
          </p:cNvSpPr>
          <p:nvPr>
            <p:ph type="sldNum" sz="quarter" idx="12"/>
          </p:nvPr>
        </p:nvSpPr>
        <p:spPr>
          <a:xfrm>
            <a:off x="7835522" y="6438900"/>
            <a:ext cx="601436" cy="419100"/>
          </a:xfrm>
        </p:spPr>
        <p:txBody>
          <a:bodyPr/>
          <a:lstStyle/>
          <a:p>
            <a:fld id="{5E0677F5-4A8A-4BF1-96BE-3BAE8FBAFE2E}" type="slidenum">
              <a:rPr lang="en-US" smtClean="0"/>
              <a:pPr/>
              <a:t>‹#›</a:t>
            </a:fld>
            <a:endParaRPr lang="en-US" dirty="0"/>
          </a:p>
        </p:txBody>
      </p:sp>
      <p:sp>
        <p:nvSpPr>
          <p:cNvPr id="12" name="Picture Placeholder 10">
            <a:extLst>
              <a:ext uri="{FF2B5EF4-FFF2-40B4-BE49-F238E27FC236}">
                <a16:creationId xmlns:a16="http://schemas.microsoft.com/office/drawing/2014/main" id="{61964118-5CFA-FFA8-E19F-A107D63DDC08}"/>
              </a:ext>
            </a:extLst>
          </p:cNvPr>
          <p:cNvSpPr>
            <a:spLocks noGrp="1"/>
          </p:cNvSpPr>
          <p:nvPr>
            <p:ph type="pic" sz="quarter" idx="13" hasCustomPrompt="1"/>
          </p:nvPr>
        </p:nvSpPr>
        <p:spPr>
          <a:xfrm>
            <a:off x="8665559" y="0"/>
            <a:ext cx="352643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77914005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88066" y="1115736"/>
            <a:ext cx="4738583" cy="1288169"/>
          </a:xfrm>
        </p:spPr>
        <p:txBody>
          <a:bodyPr anchor="t">
            <a:norm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88192" y="2552124"/>
            <a:ext cx="4738450" cy="3734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B84581EB-7A5A-925D-6E20-5C04A0EAA2CE}"/>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Footer Placeholder 4">
            <a:extLst>
              <a:ext uri="{FF2B5EF4-FFF2-40B4-BE49-F238E27FC236}">
                <a16:creationId xmlns:a16="http://schemas.microsoft.com/office/drawing/2014/main" id="{084EA123-AEAB-8F33-C22D-31F9F11A93CE}"/>
              </a:ext>
            </a:extLst>
          </p:cNvPr>
          <p:cNvSpPr>
            <a:spLocks noGrp="1"/>
          </p:cNvSpPr>
          <p:nvPr>
            <p:ph type="ftr" sz="quarter" idx="11"/>
          </p:nvPr>
        </p:nvSpPr>
        <p:spPr>
          <a:xfrm>
            <a:off x="1088066" y="6438900"/>
            <a:ext cx="3174065" cy="419100"/>
          </a:xfrm>
        </p:spPr>
        <p:txBody>
          <a:bodyPr/>
          <a:lstStyle/>
          <a:p>
            <a:r>
              <a:rPr lang="en-US"/>
              <a:t>Sample Footer Text</a:t>
            </a:r>
            <a:endParaRPr lang="en-US" dirty="0"/>
          </a:p>
        </p:txBody>
      </p:sp>
      <p:sp>
        <p:nvSpPr>
          <p:cNvPr id="9" name="Date Placeholder 4">
            <a:extLst>
              <a:ext uri="{FF2B5EF4-FFF2-40B4-BE49-F238E27FC236}">
                <a16:creationId xmlns:a16="http://schemas.microsoft.com/office/drawing/2014/main" id="{AA2FCA56-AA13-81B1-1707-7A5D7557B5F8}"/>
              </a:ext>
            </a:extLst>
          </p:cNvPr>
          <p:cNvSpPr>
            <a:spLocks noGrp="1"/>
          </p:cNvSpPr>
          <p:nvPr>
            <p:ph type="dt" sz="half" idx="15"/>
          </p:nvPr>
        </p:nvSpPr>
        <p:spPr>
          <a:xfrm>
            <a:off x="4352338" y="6438900"/>
            <a:ext cx="864704" cy="419100"/>
          </a:xfrm>
        </p:spPr>
        <p:txBody>
          <a:bodyPr/>
          <a:lstStyle/>
          <a:p>
            <a:fld id="{7DA2CEDE-2AB4-4FB8-9551-E0AA4222B1A3}" type="datetime1">
              <a:rPr lang="en-US" smtClean="0"/>
              <a:pPr/>
              <a:t>9/22/2026</a:t>
            </a:fld>
            <a:endParaRPr lang="en-US" dirty="0"/>
          </a:p>
        </p:txBody>
      </p:sp>
      <p:sp>
        <p:nvSpPr>
          <p:cNvPr id="10" name="Slide Number Placeholder 5">
            <a:extLst>
              <a:ext uri="{FF2B5EF4-FFF2-40B4-BE49-F238E27FC236}">
                <a16:creationId xmlns:a16="http://schemas.microsoft.com/office/drawing/2014/main" id="{4358A8E3-C7AA-9216-35FD-FE820598287A}"/>
              </a:ext>
            </a:extLst>
          </p:cNvPr>
          <p:cNvSpPr>
            <a:spLocks noGrp="1"/>
          </p:cNvSpPr>
          <p:nvPr>
            <p:ph type="sldNum" sz="quarter" idx="12"/>
          </p:nvPr>
        </p:nvSpPr>
        <p:spPr>
          <a:xfrm>
            <a:off x="5225206" y="6438900"/>
            <a:ext cx="601436" cy="419100"/>
          </a:xfrm>
        </p:spPr>
        <p:txBody>
          <a:bodyPr/>
          <a:lstStyle/>
          <a:p>
            <a:fld id="{5E0677F5-4A8A-4BF1-96BE-3BAE8FBAFE2E}"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6096000" y="0"/>
            <a:ext cx="609600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42096891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098396" y="1111101"/>
            <a:ext cx="3813845" cy="1493863"/>
          </a:xfrm>
        </p:spPr>
        <p:txBody>
          <a:bodyPr anchor="t">
            <a:noAutofit/>
          </a:bodyPr>
          <a:lstStyle>
            <a:lvl1pPr>
              <a:defRPr sz="36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1098397" y="2700671"/>
            <a:ext cx="3813846" cy="3585830"/>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3" name="Straight Connector 2">
            <a:extLst>
              <a:ext uri="{FF2B5EF4-FFF2-40B4-BE49-F238E27FC236}">
                <a16:creationId xmlns:a16="http://schemas.microsoft.com/office/drawing/2014/main" id="{36A796DD-1556-39E2-B5E4-90C1C2459D2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06713B13-BCC2-B853-769C-4BC6A57D7B6D}"/>
              </a:ext>
            </a:extLst>
          </p:cNvPr>
          <p:cNvSpPr>
            <a:spLocks noGrp="1"/>
          </p:cNvSpPr>
          <p:nvPr>
            <p:ph type="ftr" sz="quarter" idx="11"/>
          </p:nvPr>
        </p:nvSpPr>
        <p:spPr>
          <a:xfrm>
            <a:off x="1098395" y="6438900"/>
            <a:ext cx="2249335" cy="419100"/>
          </a:xfrm>
        </p:spPr>
        <p:txBody>
          <a:bodyPr/>
          <a:lstStyle/>
          <a:p>
            <a:r>
              <a:rPr lang="en-US"/>
              <a:t>Sample Footer Text</a:t>
            </a:r>
            <a:endParaRPr lang="en-US" dirty="0"/>
          </a:p>
        </p:txBody>
      </p:sp>
      <p:sp>
        <p:nvSpPr>
          <p:cNvPr id="6" name="Date Placeholder 4">
            <a:extLst>
              <a:ext uri="{FF2B5EF4-FFF2-40B4-BE49-F238E27FC236}">
                <a16:creationId xmlns:a16="http://schemas.microsoft.com/office/drawing/2014/main" id="{A9915D6C-CE56-12D3-C15C-C56B3EFEAFE7}"/>
              </a:ext>
            </a:extLst>
          </p:cNvPr>
          <p:cNvSpPr>
            <a:spLocks noGrp="1"/>
          </p:cNvSpPr>
          <p:nvPr>
            <p:ph type="dt" sz="half" idx="15"/>
          </p:nvPr>
        </p:nvSpPr>
        <p:spPr>
          <a:xfrm>
            <a:off x="3437937" y="6438900"/>
            <a:ext cx="864704" cy="419100"/>
          </a:xfrm>
        </p:spPr>
        <p:txBody>
          <a:bodyPr/>
          <a:lstStyle/>
          <a:p>
            <a:fld id="{7DA2CEDE-2AB4-4FB8-9551-E0AA4222B1A3}" type="datetime1">
              <a:rPr lang="en-US" smtClean="0"/>
              <a:pPr/>
              <a:t>9/22/2026</a:t>
            </a:fld>
            <a:endParaRPr lang="en-US" dirty="0"/>
          </a:p>
        </p:txBody>
      </p:sp>
      <p:sp>
        <p:nvSpPr>
          <p:cNvPr id="7" name="Slide Number Placeholder 5">
            <a:extLst>
              <a:ext uri="{FF2B5EF4-FFF2-40B4-BE49-F238E27FC236}">
                <a16:creationId xmlns:a16="http://schemas.microsoft.com/office/drawing/2014/main" id="{3C3F576B-887C-7B84-0990-9143EA6C6012}"/>
              </a:ext>
            </a:extLst>
          </p:cNvPr>
          <p:cNvSpPr>
            <a:spLocks noGrp="1"/>
          </p:cNvSpPr>
          <p:nvPr>
            <p:ph type="sldNum" sz="quarter" idx="12"/>
          </p:nvPr>
        </p:nvSpPr>
        <p:spPr>
          <a:xfrm>
            <a:off x="4310805" y="6438900"/>
            <a:ext cx="601436" cy="419100"/>
          </a:xfrm>
        </p:spPr>
        <p:txBody>
          <a:bodyPr/>
          <a:lstStyle/>
          <a:p>
            <a:fld id="{5E0677F5-4A8A-4BF1-96BE-3BAE8FBAFE2E}" type="slidenum">
              <a:rPr lang="en-US" smtClean="0"/>
              <a:pPr/>
              <a:t>‹#›</a:t>
            </a:fld>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192232" y="0"/>
            <a:ext cx="699976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728940480"/>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175ACA1F-D859-596B-9F50-F1E9A2654EAF}"/>
              </a:ext>
            </a:extLst>
          </p:cNvPr>
          <p:cNvSpPr>
            <a:spLocks noGrp="1"/>
          </p:cNvSpPr>
          <p:nvPr>
            <p:ph type="title"/>
          </p:nvPr>
        </p:nvSpPr>
        <p:spPr>
          <a:xfrm flipH="1">
            <a:off x="7894207" y="1112431"/>
            <a:ext cx="3230993" cy="1858941"/>
          </a:xfrm>
        </p:spPr>
        <p:txBody>
          <a:bodyPr anchor="t"/>
          <a:lstStyle/>
          <a:p>
            <a:r>
              <a:rPr lang="en-US"/>
              <a:t>Click to edit Master title style</a:t>
            </a:r>
            <a:endParaRPr lang="en-US" dirty="0"/>
          </a:p>
        </p:txBody>
      </p:sp>
      <p:sp>
        <p:nvSpPr>
          <p:cNvPr id="2" name="Picture Placeholder 9">
            <a:extLst>
              <a:ext uri="{FF2B5EF4-FFF2-40B4-BE49-F238E27FC236}">
                <a16:creationId xmlns:a16="http://schemas.microsoft.com/office/drawing/2014/main" id="{2A43D9F3-C10E-5B48-BB59-16A8600BD36F}"/>
              </a:ext>
            </a:extLst>
          </p:cNvPr>
          <p:cNvSpPr>
            <a:spLocks noGrp="1"/>
          </p:cNvSpPr>
          <p:nvPr>
            <p:ph type="pic" sz="quarter" idx="13" hasCustomPrompt="1"/>
          </p:nvPr>
        </p:nvSpPr>
        <p:spPr>
          <a:xfrm>
            <a:off x="12192" y="0"/>
            <a:ext cx="7481777"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4" name="Content Placeholder 7">
            <a:extLst>
              <a:ext uri="{FF2B5EF4-FFF2-40B4-BE49-F238E27FC236}">
                <a16:creationId xmlns:a16="http://schemas.microsoft.com/office/drawing/2014/main" id="{2E10F120-2F5B-B2FD-DB40-683E6176C3D4}"/>
              </a:ext>
            </a:extLst>
          </p:cNvPr>
          <p:cNvSpPr>
            <a:spLocks noGrp="1"/>
          </p:cNvSpPr>
          <p:nvPr>
            <p:ph sz="quarter" idx="15"/>
          </p:nvPr>
        </p:nvSpPr>
        <p:spPr>
          <a:xfrm>
            <a:off x="7901280" y="3133255"/>
            <a:ext cx="3223920" cy="2656250"/>
          </a:xfrm>
        </p:spPr>
        <p:txBody>
          <a:bodyPr vert="horz" lIns="91440" tIns="45720" rIns="91440" bIns="45720" rtlCol="0">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20" name="Straight Connector 19">
            <a:extLst>
              <a:ext uri="{FF2B5EF4-FFF2-40B4-BE49-F238E27FC236}">
                <a16:creationId xmlns:a16="http://schemas.microsoft.com/office/drawing/2014/main" id="{C9A12B08-97E1-66BD-9B69-377E28512750}"/>
              </a:ext>
              <a:ext uri="{C183D7F6-B498-43B3-948B-1728B52AA6E4}">
                <adec:decorative xmlns:adec="http://schemas.microsoft.com/office/drawing/2017/decorative" val="1"/>
              </a:ext>
            </a:extLst>
          </p:cNvPr>
          <p:cNvCxnSpPr>
            <a:cxnSpLocks/>
          </p:cNvCxnSpPr>
          <p:nvPr/>
        </p:nvCxnSpPr>
        <p:spPr>
          <a:xfrm flipH="1">
            <a:off x="11375613"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Footer Placeholder 4">
            <a:extLst>
              <a:ext uri="{FF2B5EF4-FFF2-40B4-BE49-F238E27FC236}">
                <a16:creationId xmlns:a16="http://schemas.microsoft.com/office/drawing/2014/main" id="{9EACEEC7-E0DC-ABF5-188B-5636A17BD6A4}"/>
              </a:ext>
            </a:extLst>
          </p:cNvPr>
          <p:cNvSpPr>
            <a:spLocks noGrp="1"/>
          </p:cNvSpPr>
          <p:nvPr>
            <p:ph type="ftr" sz="quarter" idx="11"/>
          </p:nvPr>
        </p:nvSpPr>
        <p:spPr>
          <a:xfrm>
            <a:off x="7894207" y="6438900"/>
            <a:ext cx="1666482" cy="419100"/>
          </a:xfrm>
        </p:spPr>
        <p:txBody>
          <a:bodyPr/>
          <a:lstStyle/>
          <a:p>
            <a:r>
              <a:rPr lang="en-US"/>
              <a:t>Sample Footer Text</a:t>
            </a:r>
            <a:endParaRPr lang="en-US" dirty="0"/>
          </a:p>
        </p:txBody>
      </p:sp>
      <p:sp>
        <p:nvSpPr>
          <p:cNvPr id="8" name="Date Placeholder 4">
            <a:extLst>
              <a:ext uri="{FF2B5EF4-FFF2-40B4-BE49-F238E27FC236}">
                <a16:creationId xmlns:a16="http://schemas.microsoft.com/office/drawing/2014/main" id="{D0A24C6D-468E-EAE9-2363-772EA5E51DD0}"/>
              </a:ext>
            </a:extLst>
          </p:cNvPr>
          <p:cNvSpPr>
            <a:spLocks noGrp="1"/>
          </p:cNvSpPr>
          <p:nvPr>
            <p:ph type="dt" sz="half" idx="16"/>
          </p:nvPr>
        </p:nvSpPr>
        <p:spPr>
          <a:xfrm>
            <a:off x="9650896" y="6438900"/>
            <a:ext cx="864704" cy="419100"/>
          </a:xfrm>
        </p:spPr>
        <p:txBody>
          <a:bodyPr/>
          <a:lstStyle/>
          <a:p>
            <a:fld id="{7DA2CEDE-2AB4-4FB8-9551-E0AA4222B1A3}" type="datetime1">
              <a:rPr lang="en-US" smtClean="0"/>
              <a:pPr/>
              <a:t>9/22/2026</a:t>
            </a:fld>
            <a:endParaRPr lang="en-US" dirty="0"/>
          </a:p>
        </p:txBody>
      </p:sp>
      <p:sp>
        <p:nvSpPr>
          <p:cNvPr id="9" name="Slide Number Placeholder 5">
            <a:extLst>
              <a:ext uri="{FF2B5EF4-FFF2-40B4-BE49-F238E27FC236}">
                <a16:creationId xmlns:a16="http://schemas.microsoft.com/office/drawing/2014/main" id="{C4C85811-EF51-7552-5F12-17748D280645}"/>
              </a:ext>
            </a:extLst>
          </p:cNvPr>
          <p:cNvSpPr>
            <a:spLocks noGrp="1"/>
          </p:cNvSpPr>
          <p:nvPr>
            <p:ph type="sldNum" sz="quarter" idx="12"/>
          </p:nvPr>
        </p:nvSpPr>
        <p:spPr>
          <a:xfrm>
            <a:off x="10523764" y="6438900"/>
            <a:ext cx="601436" cy="419100"/>
          </a:xfrm>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46431795"/>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15324" y="3987802"/>
            <a:ext cx="3044954" cy="2309785"/>
          </a:xfrm>
        </p:spPr>
        <p:txBody>
          <a:bodyPr anchor="t">
            <a:normAutofit/>
          </a:bodyPr>
          <a:lstStyle>
            <a:lvl1pPr>
              <a:defRPr sz="36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443331"/>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255935" y="3987802"/>
            <a:ext cx="7460029" cy="2309785"/>
          </a:xfrm>
        </p:spPr>
        <p:txBody>
          <a:bodyPr vert="horz" lIns="91440" tIns="45720" rIns="91440" bIns="45720" rtlCol="0" anchor="t">
            <a:normAutofit/>
          </a:bodyPr>
          <a:lstStyle>
            <a:lvl1pPr marL="0" indent="0">
              <a:lnSpc>
                <a:spcPct val="100000"/>
              </a:lnSpc>
              <a:buNone/>
              <a:defRPr lang="en-US" dirty="0"/>
            </a:lvl1pPr>
            <a:lvl2pPr marL="228600" indent="0">
              <a:lnSpc>
                <a:spcPct val="100000"/>
              </a:lnSpc>
              <a:buNone/>
              <a:defRPr lang="en-US" dirty="0"/>
            </a:lvl2pPr>
            <a:lvl3pPr marL="457200" indent="0">
              <a:lnSpc>
                <a:spcPct val="100000"/>
              </a:lnSpc>
              <a:buNone/>
              <a:defRPr lang="en-US" dirty="0"/>
            </a:lvl3pPr>
            <a:lvl4pPr marL="685800" indent="0">
              <a:lnSpc>
                <a:spcPct val="100000"/>
              </a:lnSpc>
              <a:buNone/>
              <a:defRPr lang="en-US" dirty="0"/>
            </a:lvl4pPr>
            <a:lvl5pPr marL="914400" indent="0">
              <a:lnSpc>
                <a:spcPct val="100000"/>
              </a:lnSpc>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4C699AE1-DA01-C4DA-C5BE-8DD9BE13F668}"/>
              </a:ext>
              <a:ext uri="{C183D7F6-B498-43B3-948B-1728B52AA6E4}">
                <adec:decorative xmlns:adec="http://schemas.microsoft.com/office/drawing/2017/decorative" val="1"/>
              </a:ext>
            </a:extLst>
          </p:cNvPr>
          <p:cNvCxnSpPr>
            <a:cxnSpLocks/>
          </p:cNvCxnSpPr>
          <p:nvPr/>
        </p:nvCxnSpPr>
        <p:spPr>
          <a:xfrm>
            <a:off x="0" y="41150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9373F0BC-3C5E-8E58-AFDC-804E1C1C7617}"/>
              </a:ext>
            </a:extLst>
          </p:cNvPr>
          <p:cNvSpPr>
            <a:spLocks noGrp="1"/>
          </p:cNvSpPr>
          <p:nvPr>
            <p:ph type="dt" sz="half" idx="15"/>
          </p:nvPr>
        </p:nvSpPr>
        <p:spPr/>
        <p:txBody>
          <a:bodyPr/>
          <a:lstStyle/>
          <a:p>
            <a:fld id="{7DA2CEDE-2AB4-4FB8-9551-E0AA4222B1A3}" type="datetime1">
              <a:rPr lang="en-US" smtClean="0"/>
              <a:pPr/>
              <a:t>9/22/2026</a:t>
            </a:fld>
            <a:endParaRPr lang="en-US" dirty="0"/>
          </a:p>
        </p:txBody>
      </p:sp>
      <p:sp>
        <p:nvSpPr>
          <p:cNvPr id="9" name="Footer Placeholder 8">
            <a:extLst>
              <a:ext uri="{FF2B5EF4-FFF2-40B4-BE49-F238E27FC236}">
                <a16:creationId xmlns:a16="http://schemas.microsoft.com/office/drawing/2014/main" id="{E6E5C888-EE74-5D59-47AA-40A53F60011B}"/>
              </a:ext>
            </a:extLst>
          </p:cNvPr>
          <p:cNvSpPr>
            <a:spLocks noGrp="1"/>
          </p:cNvSpPr>
          <p:nvPr>
            <p:ph type="ftr" sz="quarter" idx="16"/>
          </p:nvPr>
        </p:nvSpPr>
        <p:spPr/>
        <p:txBody>
          <a:bodyPr/>
          <a:lstStyle/>
          <a:p>
            <a:r>
              <a:rPr lang="en-US"/>
              <a:t>Sample Footer Text</a:t>
            </a:r>
            <a:endParaRPr lang="en-US" dirty="0"/>
          </a:p>
        </p:txBody>
      </p:sp>
      <p:sp>
        <p:nvSpPr>
          <p:cNvPr id="10" name="Slide Number Placeholder 9">
            <a:extLst>
              <a:ext uri="{FF2B5EF4-FFF2-40B4-BE49-F238E27FC236}">
                <a16:creationId xmlns:a16="http://schemas.microsoft.com/office/drawing/2014/main" id="{4794CA46-7ABA-FF39-20BD-C83B4F6D957B}"/>
              </a:ext>
            </a:extLst>
          </p:cNvPr>
          <p:cNvSpPr>
            <a:spLocks noGrp="1"/>
          </p:cNvSpPr>
          <p:nvPr>
            <p:ph type="sldNum" sz="quarter" idx="17"/>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3544497600"/>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85BA164-9326-7934-95DF-A6AAB3F4258D}"/>
              </a:ext>
            </a:extLst>
          </p:cNvPr>
          <p:cNvSpPr>
            <a:spLocks noGrp="1"/>
          </p:cNvSpPr>
          <p:nvPr>
            <p:ph type="title"/>
          </p:nvPr>
        </p:nvSpPr>
        <p:spPr>
          <a:xfrm>
            <a:off x="1090940" y="1120990"/>
            <a:ext cx="10477320" cy="969264"/>
          </a:xfrm>
        </p:spPr>
        <p:txBody>
          <a:bodyPr anchor="t">
            <a:noAutofit/>
          </a:bodyPr>
          <a:lstStyle>
            <a:lvl1pPr>
              <a:defRPr sz="36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1" y="2286008"/>
            <a:ext cx="6096000" cy="4571992"/>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dpi="0" rotWithShape="1">
            <a:blip r:embed="rId2">
              <a:alphaModFix amt="60000"/>
            </a:blip>
            <a:srcRect/>
            <a:stretch>
              <a:fillRect/>
            </a:stretch>
          </a:blipFill>
        </p:spPr>
        <p:txBody>
          <a:bodyPr vert="horz" wrap="square" lIns="91440" tIns="45720" rIns="91440" bIns="45720" rtlCol="0">
            <a:noAutofit/>
          </a:bodyPr>
          <a:lstStyle>
            <a:lvl1pPr>
              <a:defRPr lang="en-US" dirty="0"/>
            </a:lvl1pPr>
          </a:lstStyle>
          <a:p>
            <a:pPr marL="0" lvl="0" indent="0">
              <a:buNone/>
            </a:pPr>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691745" y="2286008"/>
            <a:ext cx="4876515" cy="4000492"/>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7" name="Straight Connector 6">
            <a:extLst>
              <a:ext uri="{FF2B5EF4-FFF2-40B4-BE49-F238E27FC236}">
                <a16:creationId xmlns:a16="http://schemas.microsoft.com/office/drawing/2014/main" id="{5FB0BF8A-7D94-1C82-F661-F1B7A93A4359}"/>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1988C72B-1D4E-3882-C750-7F965F6E7BC7}"/>
              </a:ext>
            </a:extLst>
          </p:cNvPr>
          <p:cNvSpPr>
            <a:spLocks noGrp="1"/>
          </p:cNvSpPr>
          <p:nvPr>
            <p:ph type="ftr" sz="quarter" idx="16"/>
          </p:nvPr>
        </p:nvSpPr>
        <p:spPr>
          <a:xfrm>
            <a:off x="6691744" y="6438900"/>
            <a:ext cx="2959151" cy="419100"/>
          </a:xfrm>
        </p:spPr>
        <p:txBody>
          <a:bodyPr/>
          <a:lstStyle/>
          <a:p>
            <a:r>
              <a:rPr lang="en-US"/>
              <a:t>Sample Footer Text</a:t>
            </a:r>
            <a:endParaRPr lang="en-US" dirty="0"/>
          </a:p>
        </p:txBody>
      </p:sp>
      <p:sp>
        <p:nvSpPr>
          <p:cNvPr id="2" name="Date Placeholder 1">
            <a:extLst>
              <a:ext uri="{FF2B5EF4-FFF2-40B4-BE49-F238E27FC236}">
                <a16:creationId xmlns:a16="http://schemas.microsoft.com/office/drawing/2014/main" id="{4914FA71-0863-B2C8-8E42-C0A1F133DC69}"/>
              </a:ext>
            </a:extLst>
          </p:cNvPr>
          <p:cNvSpPr>
            <a:spLocks noGrp="1"/>
          </p:cNvSpPr>
          <p:nvPr>
            <p:ph type="dt" sz="half" idx="15"/>
          </p:nvPr>
        </p:nvSpPr>
        <p:spPr/>
        <p:txBody>
          <a:body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4CD6C2E8-E8FC-5DC8-863C-CF7823CD4AED}"/>
              </a:ext>
            </a:extLst>
          </p:cNvPr>
          <p:cNvSpPr>
            <a:spLocks noGrp="1"/>
          </p:cNvSpPr>
          <p:nvPr>
            <p:ph type="sldNum" sz="quarter" idx="17"/>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164192857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B243CE06-05E5-2B64-1E1C-8F81B788D099}"/>
              </a:ext>
            </a:extLst>
          </p:cNvPr>
          <p:cNvSpPr>
            <a:spLocks noGrp="1"/>
          </p:cNvSpPr>
          <p:nvPr>
            <p:ph type="title"/>
          </p:nvPr>
        </p:nvSpPr>
        <p:spPr>
          <a:xfrm>
            <a:off x="1090940" y="1122200"/>
            <a:ext cx="3696859" cy="1505157"/>
          </a:xfrm>
        </p:spPr>
        <p:txBody>
          <a:bodyPr anchor="t">
            <a:noAutofit/>
          </a:bodyPr>
          <a:lstStyle>
            <a:lvl1pPr>
              <a:defRPr sz="3600"/>
            </a:lvl1pPr>
          </a:lstStyle>
          <a:p>
            <a:r>
              <a:rPr lang="en-US"/>
              <a:t>Click to edit Master title style</a:t>
            </a:r>
            <a:endParaRPr lang="en-US" dirty="0"/>
          </a:p>
        </p:txBody>
      </p:sp>
      <p:sp>
        <p:nvSpPr>
          <p:cNvPr id="9" name="Picture Placeholder 10">
            <a:extLst>
              <a:ext uri="{FF2B5EF4-FFF2-40B4-BE49-F238E27FC236}">
                <a16:creationId xmlns:a16="http://schemas.microsoft.com/office/drawing/2014/main" id="{9ADE1102-BF4C-FC7C-22F6-B8453DE3B195}"/>
              </a:ext>
            </a:extLst>
          </p:cNvPr>
          <p:cNvSpPr>
            <a:spLocks noGrp="1"/>
          </p:cNvSpPr>
          <p:nvPr>
            <p:ph type="pic" sz="quarter" idx="13" hasCustomPrompt="1"/>
          </p:nvPr>
        </p:nvSpPr>
        <p:spPr>
          <a:xfrm>
            <a:off x="1181100" y="2840181"/>
            <a:ext cx="3606699" cy="3446317"/>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10" name="Content Placeholder 7">
            <a:extLst>
              <a:ext uri="{FF2B5EF4-FFF2-40B4-BE49-F238E27FC236}">
                <a16:creationId xmlns:a16="http://schemas.microsoft.com/office/drawing/2014/main" id="{6C8ACD7F-7B34-5741-6323-6829CFDA10C3}"/>
              </a:ext>
            </a:extLst>
          </p:cNvPr>
          <p:cNvSpPr>
            <a:spLocks noGrp="1"/>
          </p:cNvSpPr>
          <p:nvPr>
            <p:ph sz="quarter" idx="14"/>
          </p:nvPr>
        </p:nvSpPr>
        <p:spPr>
          <a:xfrm>
            <a:off x="5113673" y="1122201"/>
            <a:ext cx="6602291" cy="5164298"/>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12" name="Straight Connector 11">
            <a:extLst>
              <a:ext uri="{FF2B5EF4-FFF2-40B4-BE49-F238E27FC236}">
                <a16:creationId xmlns:a16="http://schemas.microsoft.com/office/drawing/2014/main" id="{B1322A97-1C32-A52E-951B-60B114B307A0}"/>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019217"/>
      </p:ext>
    </p:extLst>
  </p:cSld>
  <p:clrMapOvr>
    <a:masterClrMapping/>
  </p:clrMapOvr>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bg>
      <p:bgPr>
        <a:solidFill>
          <a:schemeClr val="tx1"/>
        </a:solidFill>
        <a:effectLst/>
      </p:bgPr>
    </p:bg>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99AD5248-C0E5-8356-EB8F-904EDDA5FC95}"/>
              </a:ext>
            </a:extLst>
          </p:cNvPr>
          <p:cNvSpPr>
            <a:spLocks noGrp="1"/>
          </p:cNvSpPr>
          <p:nvPr>
            <p:ph type="title"/>
          </p:nvPr>
        </p:nvSpPr>
        <p:spPr>
          <a:xfrm>
            <a:off x="4647304" y="4757193"/>
            <a:ext cx="6477896" cy="1126554"/>
          </a:xfrm>
        </p:spPr>
        <p:txBody>
          <a:bodyPr anchor="b">
            <a:normAutofit/>
          </a:bodyPr>
          <a:lstStyle>
            <a:lvl1pPr algn="r">
              <a:defRPr sz="2000" b="0" cap="none" baseline="0">
                <a:solidFill>
                  <a:schemeClr val="bg1"/>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A5F5F1C4-3BA4-0163-6A5F-9D95D58C7EA2}"/>
              </a:ext>
            </a:extLst>
          </p:cNvPr>
          <p:cNvSpPr>
            <a:spLocks noGrp="1"/>
          </p:cNvSpPr>
          <p:nvPr>
            <p:ph sz="quarter" idx="13" hasCustomPrompt="1"/>
          </p:nvPr>
        </p:nvSpPr>
        <p:spPr>
          <a:xfrm>
            <a:off x="82296" y="64008"/>
            <a:ext cx="12027408" cy="4600592"/>
          </a:xfrm>
        </p:spPr>
        <p:txBody>
          <a:bodyPr>
            <a:noAutofit/>
          </a:bodyPr>
          <a:lstStyle>
            <a:lvl1pPr>
              <a:lnSpc>
                <a:spcPct val="85000"/>
              </a:lnSpc>
              <a:defRPr sz="31000" b="1">
                <a:solidFill>
                  <a:schemeClr val="bg1"/>
                </a:solidFill>
              </a:defRPr>
            </a:lvl1pPr>
          </a:lstStyle>
          <a:p>
            <a:pPr lvl="0"/>
            <a:r>
              <a:rPr lang="en-US" dirty="0"/>
              <a:t>##%</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bg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bg1"/>
                </a:solidFill>
              </a:defRPr>
            </a:lvl1p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bg1"/>
                </a:solidFill>
              </a:defRPr>
            </a:lvl1pPr>
          </a:lstStyle>
          <a:p>
            <a:fld id="{5E0677F5-4A8A-4BF1-96BE-3BAE8FBAFE2E}" type="slidenum">
              <a:rPr lang="en-US" smtClean="0"/>
              <a:pPr/>
              <a:t>‹#›</a:t>
            </a:fld>
            <a:endParaRPr lang="en-US" dirty="0"/>
          </a:p>
        </p:txBody>
      </p:sp>
      <p:cxnSp>
        <p:nvCxnSpPr>
          <p:cNvPr id="7" name="Straight Connector 6">
            <a:extLst>
              <a:ext uri="{FF2B5EF4-FFF2-40B4-BE49-F238E27FC236}">
                <a16:creationId xmlns:a16="http://schemas.microsoft.com/office/drawing/2014/main" id="{EA84DB20-94E7-1E79-B65B-67C6158DB14C}"/>
              </a:ext>
              <a:ext uri="{C183D7F6-B498-43B3-948B-1728B52AA6E4}">
                <adec:decorative xmlns:adec="http://schemas.microsoft.com/office/drawing/2017/decorative" val="1"/>
              </a:ext>
            </a:extLst>
          </p:cNvPr>
          <p:cNvCxnSpPr>
            <a:cxnSpLocks/>
          </p:cNvCxnSpPr>
          <p:nvPr/>
        </p:nvCxnSpPr>
        <p:spPr>
          <a:xfrm>
            <a:off x="11387805" y="5715000"/>
            <a:ext cx="804195" cy="0"/>
          </a:xfrm>
          <a:prstGeom prst="line">
            <a:avLst/>
          </a:prstGeom>
          <a:ln w="1206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3425446"/>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286261"/>
            <a:ext cx="10652760" cy="1133856"/>
          </a:xfrm>
        </p:spPr>
        <p:txBody>
          <a:bodyPr/>
          <a:lstStyle>
            <a:lvl1pPr>
              <a:defRPr>
                <a:solidFill>
                  <a:schemeClr val="tx1"/>
                </a:solidFill>
              </a:defRPr>
            </a:lvl1pPr>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88136" y="1039095"/>
            <a:ext cx="9418320" cy="5070068"/>
          </a:xfrm>
        </p:spPr>
        <p:txBody>
          <a:bodyPr anchor="t">
            <a:noAutofit/>
          </a:bodyPr>
          <a:lstStyle>
            <a:lvl1pPr marL="0" indent="0">
              <a:lnSpc>
                <a:spcPct val="90000"/>
              </a:lnSpc>
              <a:buNone/>
              <a:defRPr sz="6000" b="1"/>
            </a:lvl1pPr>
            <a:lvl2pPr marL="228600" indent="0">
              <a:lnSpc>
                <a:spcPct val="90000"/>
              </a:lnSpc>
              <a:buNone/>
              <a:defRPr sz="6000" b="1"/>
            </a:lvl2pPr>
            <a:lvl3pPr marL="457200" indent="0">
              <a:lnSpc>
                <a:spcPct val="90000"/>
              </a:lnSpc>
              <a:buNone/>
              <a:defRPr sz="6000" b="1"/>
            </a:lvl3pPr>
            <a:lvl4pPr marL="685800" indent="0">
              <a:lnSpc>
                <a:spcPct val="90000"/>
              </a:lnSpc>
              <a:buNone/>
              <a:defRPr sz="6000" b="1"/>
            </a:lvl4pPr>
            <a:lvl5pPr marL="914400" indent="0">
              <a:lnSpc>
                <a:spcPct val="90000"/>
              </a:lnSpc>
              <a:buNone/>
              <a:defRPr sz="6000" b="1"/>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6" name="Straight Connector 5">
            <a:extLst>
              <a:ext uri="{FF2B5EF4-FFF2-40B4-BE49-F238E27FC236}">
                <a16:creationId xmlns:a16="http://schemas.microsoft.com/office/drawing/2014/main" id="{77F2505C-CAED-34DC-7CD1-C57ADBBF98DD}"/>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9503390"/>
      </p:ext>
    </p:extLst>
  </p:cSld>
  <p:clrMapOvr>
    <a:masterClrMapping/>
  </p:clrMapOvr>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1" name="Title 9">
            <a:extLst>
              <a:ext uri="{FF2B5EF4-FFF2-40B4-BE49-F238E27FC236}">
                <a16:creationId xmlns:a16="http://schemas.microsoft.com/office/drawing/2014/main" id="{873E5EF9-EDC5-CB2D-000A-85BB4DB58221}"/>
              </a:ext>
            </a:extLst>
          </p:cNvPr>
          <p:cNvSpPr>
            <a:spLocks noGrp="1"/>
          </p:cNvSpPr>
          <p:nvPr>
            <p:ph type="title" hasCustomPrompt="1"/>
          </p:nvPr>
        </p:nvSpPr>
        <p:spPr>
          <a:xfrm>
            <a:off x="1066800" y="5418360"/>
            <a:ext cx="10058400" cy="466345"/>
          </a:xfrm>
        </p:spPr>
        <p:txBody>
          <a:bodyPr anchor="b">
            <a:normAutofit/>
          </a:bodyPr>
          <a:lstStyle>
            <a:lvl1pPr algn="r">
              <a:lnSpc>
                <a:spcPct val="100000"/>
              </a:lnSpc>
              <a:defRPr sz="2000" b="0" cap="none" baseline="0"/>
            </a:lvl1pPr>
          </a:lstStyle>
          <a:p>
            <a:r>
              <a:rPr lang="en-US" dirty="0"/>
              <a:t>Quote Author</a:t>
            </a:r>
          </a:p>
        </p:txBody>
      </p:sp>
      <p:sp>
        <p:nvSpPr>
          <p:cNvPr id="10" name="Content Placeholder 9">
            <a:extLst>
              <a:ext uri="{FF2B5EF4-FFF2-40B4-BE49-F238E27FC236}">
                <a16:creationId xmlns:a16="http://schemas.microsoft.com/office/drawing/2014/main" id="{E5D1FFC6-C597-BE81-1790-A08954F44C4B}"/>
              </a:ext>
            </a:extLst>
          </p:cNvPr>
          <p:cNvSpPr>
            <a:spLocks noGrp="1"/>
          </p:cNvSpPr>
          <p:nvPr>
            <p:ph sz="quarter" idx="13" hasCustomPrompt="1"/>
          </p:nvPr>
        </p:nvSpPr>
        <p:spPr>
          <a:xfrm>
            <a:off x="95250" y="63500"/>
            <a:ext cx="11977688" cy="5080000"/>
          </a:xfrm>
        </p:spPr>
        <p:txBody>
          <a:bodyPr>
            <a:normAutofit/>
          </a:bodyPr>
          <a:lstStyle>
            <a:lvl1pPr>
              <a:lnSpc>
                <a:spcPct val="85000"/>
              </a:lnSpc>
              <a:defRPr sz="8000" b="1" cap="all" baseline="0">
                <a:solidFill>
                  <a:schemeClr val="tx1"/>
                </a:solidFill>
              </a:defRPr>
            </a:lvl1pPr>
          </a:lstStyle>
          <a:p>
            <a:pPr lvl="0"/>
            <a:r>
              <a:rPr lang="en-US" dirty="0"/>
              <a:t>Click to add Quote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7" name="Straight Connector 6">
            <a:extLst>
              <a:ext uri="{FF2B5EF4-FFF2-40B4-BE49-F238E27FC236}">
                <a16:creationId xmlns:a16="http://schemas.microsoft.com/office/drawing/2014/main" id="{52949BEA-90AC-BE5F-28A7-80D65BD19B42}"/>
              </a:ext>
              <a:ext uri="{C183D7F6-B498-43B3-948B-1728B52AA6E4}">
                <adec:decorative xmlns:adec="http://schemas.microsoft.com/office/drawing/2017/decorative" val="1"/>
              </a:ext>
            </a:extLst>
          </p:cNvPr>
          <p:cNvCxnSpPr>
            <a:cxnSpLocks/>
          </p:cNvCxnSpPr>
          <p:nvPr/>
        </p:nvCxnSpPr>
        <p:spPr>
          <a:xfrm>
            <a:off x="11387805" y="5715292"/>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5126774"/>
      </p:ext>
    </p:extLst>
  </p:cSld>
  <p:clrMapOvr>
    <a:masterClrMapping/>
  </p:clrMapOvr>
  <p:hf sldNum="0" hdr="0" ftr="0" dt="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6BF7AE-3892-4896-8C15-7A35A41EFD9C}"/>
              </a:ext>
            </a:extLst>
          </p:cNvPr>
          <p:cNvSpPr>
            <a:spLocks noGrp="1"/>
          </p:cNvSpPr>
          <p:nvPr>
            <p:ph type="title"/>
          </p:nvPr>
        </p:nvSpPr>
        <p:spPr>
          <a:xfrm>
            <a:off x="1088136" y="1119132"/>
            <a:ext cx="9890066" cy="1204593"/>
          </a:xfrm>
        </p:spPr>
        <p:txBody>
          <a:bodyPr>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F2FD9A26-86F1-4817-B243-4DE63B4F182F}"/>
              </a:ext>
            </a:extLst>
          </p:cNvPr>
          <p:cNvSpPr>
            <a:spLocks noGrp="1"/>
          </p:cNvSpPr>
          <p:nvPr>
            <p:ph sz="half" idx="1"/>
          </p:nvPr>
        </p:nvSpPr>
        <p:spPr>
          <a:xfrm>
            <a:off x="1082185" y="2440568"/>
            <a:ext cx="4841505" cy="3801284"/>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D454BF9B-EA16-48C8-96B9-7A66051BE768}"/>
              </a:ext>
            </a:extLst>
          </p:cNvPr>
          <p:cNvSpPr>
            <a:spLocks noGrp="1"/>
          </p:cNvSpPr>
          <p:nvPr>
            <p:ph sz="half" idx="2"/>
          </p:nvPr>
        </p:nvSpPr>
        <p:spPr>
          <a:xfrm>
            <a:off x="6172200" y="2440568"/>
            <a:ext cx="4806002" cy="3801283"/>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40629E05-3F6C-40BF-9324-118588B6CAE6}"/>
              </a:ext>
            </a:extLst>
          </p:cNvPr>
          <p:cNvSpPr>
            <a:spLocks noGrp="1"/>
          </p:cNvSpPr>
          <p:nvPr>
            <p:ph type="ftr" sz="quarter" idx="11"/>
          </p:nvPr>
        </p:nvSpPr>
        <p:spPr/>
        <p:txBody>
          <a:bodyPr/>
          <a:lstStyle/>
          <a:p>
            <a:r>
              <a:rPr lang="en-US"/>
              <a:t>Sample Footer Text</a:t>
            </a:r>
            <a:endParaRPr lang="en-US" dirty="0"/>
          </a:p>
        </p:txBody>
      </p:sp>
      <p:sp>
        <p:nvSpPr>
          <p:cNvPr id="5" name="Date Placeholder 4">
            <a:extLst>
              <a:ext uri="{FF2B5EF4-FFF2-40B4-BE49-F238E27FC236}">
                <a16:creationId xmlns:a16="http://schemas.microsoft.com/office/drawing/2014/main" id="{D16E2D9F-1FCE-4A1C-996E-DB05777A8994}"/>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7" name="Slide Number Placeholder 6">
            <a:extLst>
              <a:ext uri="{FF2B5EF4-FFF2-40B4-BE49-F238E27FC236}">
                <a16:creationId xmlns:a16="http://schemas.microsoft.com/office/drawing/2014/main" id="{069BE013-C5C0-4CBD-982E-36F037F7366F}"/>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8" name="Straight Connector 7">
            <a:extLst>
              <a:ext uri="{FF2B5EF4-FFF2-40B4-BE49-F238E27FC236}">
                <a16:creationId xmlns:a16="http://schemas.microsoft.com/office/drawing/2014/main" id="{AB20CA7A-449A-6AC2-BFC5-17AF5007E7E1}"/>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1899727"/>
      </p:ext>
    </p:extLst>
  </p:cSld>
  <p:clrMapOvr>
    <a:masterClrMapping/>
  </p:clrMapOvr>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BED885-5FE5-4407-BE4D-FAD01C40A905}"/>
              </a:ext>
            </a:extLst>
          </p:cNvPr>
          <p:cNvSpPr>
            <a:spLocks noGrp="1"/>
          </p:cNvSpPr>
          <p:nvPr>
            <p:ph type="title"/>
          </p:nvPr>
        </p:nvSpPr>
        <p:spPr>
          <a:xfrm>
            <a:off x="1090940" y="1115329"/>
            <a:ext cx="9949455" cy="838856"/>
          </a:xfrm>
        </p:spPr>
        <p:txBody>
          <a:bodyPr>
            <a:normAutofit/>
          </a:bodyPr>
          <a:lstStyle>
            <a:lvl1pPr>
              <a:defRPr sz="3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E322A77-C134-4857-83E5-51217D3C29FB}"/>
              </a:ext>
            </a:extLst>
          </p:cNvPr>
          <p:cNvSpPr>
            <a:spLocks noGrp="1"/>
          </p:cNvSpPr>
          <p:nvPr>
            <p:ph type="body" idx="1"/>
          </p:nvPr>
        </p:nvSpPr>
        <p:spPr>
          <a:xfrm>
            <a:off x="1092088" y="1923190"/>
            <a:ext cx="4816475"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 name="Text Placeholder 4">
            <a:extLst>
              <a:ext uri="{FF2B5EF4-FFF2-40B4-BE49-F238E27FC236}">
                <a16:creationId xmlns:a16="http://schemas.microsoft.com/office/drawing/2014/main" id="{7710AFC6-F407-4F35-BD37-B32F9B4036D0}"/>
              </a:ext>
            </a:extLst>
          </p:cNvPr>
          <p:cNvSpPr>
            <a:spLocks noGrp="1"/>
          </p:cNvSpPr>
          <p:nvPr>
            <p:ph type="body" sz="quarter" idx="3"/>
          </p:nvPr>
        </p:nvSpPr>
        <p:spPr>
          <a:xfrm>
            <a:off x="6215482" y="1923190"/>
            <a:ext cx="4824913" cy="838856"/>
          </a:xfrm>
        </p:spPr>
        <p:txBody>
          <a:bodyPr anchor="b">
            <a:normAutofit/>
          </a:bodyPr>
          <a:lstStyle>
            <a:lvl1pPr marL="0" indent="0">
              <a:lnSpc>
                <a:spcPct val="100000"/>
              </a:lnSpc>
              <a:buNone/>
              <a:defRPr sz="1800" b="1"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4ECBFE-C62C-471B-BFE4-1272EAC3479D}"/>
              </a:ext>
            </a:extLst>
          </p:cNvPr>
          <p:cNvSpPr>
            <a:spLocks noGrp="1"/>
          </p:cNvSpPr>
          <p:nvPr>
            <p:ph sz="half" idx="2"/>
          </p:nvPr>
        </p:nvSpPr>
        <p:spPr>
          <a:xfrm>
            <a:off x="1092088" y="2825791"/>
            <a:ext cx="4816475"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a:extLst>
              <a:ext uri="{FF2B5EF4-FFF2-40B4-BE49-F238E27FC236}">
                <a16:creationId xmlns:a16="http://schemas.microsoft.com/office/drawing/2014/main" id="{458D60D5-0F83-46CB-92F3-849FC08E6E92}"/>
              </a:ext>
            </a:extLst>
          </p:cNvPr>
          <p:cNvSpPr>
            <a:spLocks noGrp="1"/>
          </p:cNvSpPr>
          <p:nvPr>
            <p:ph sz="quarter" idx="4"/>
          </p:nvPr>
        </p:nvSpPr>
        <p:spPr>
          <a:xfrm>
            <a:off x="6215482" y="2825791"/>
            <a:ext cx="4824913" cy="3363871"/>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F340A80D-4CCB-4899-9E1D-A5967F4E649A}"/>
              </a:ext>
            </a:extLst>
          </p:cNvPr>
          <p:cNvSpPr>
            <a:spLocks noGrp="1"/>
          </p:cNvSpPr>
          <p:nvPr>
            <p:ph type="ftr" sz="quarter" idx="11"/>
          </p:nvPr>
        </p:nvSpPr>
        <p:spPr/>
        <p:txBody>
          <a:bodyPr/>
          <a:lstStyle/>
          <a:p>
            <a:r>
              <a:rPr lang="en-US"/>
              <a:t>Sample Footer Text</a:t>
            </a:r>
            <a:endParaRPr lang="en-US" dirty="0"/>
          </a:p>
        </p:txBody>
      </p:sp>
      <p:sp>
        <p:nvSpPr>
          <p:cNvPr id="7" name="Date Placeholder 6">
            <a:extLst>
              <a:ext uri="{FF2B5EF4-FFF2-40B4-BE49-F238E27FC236}">
                <a16:creationId xmlns:a16="http://schemas.microsoft.com/office/drawing/2014/main" id="{AA5AE694-5CA0-48DA-90D3-EC42BD1D86C1}"/>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9" name="Slide Number Placeholder 8">
            <a:extLst>
              <a:ext uri="{FF2B5EF4-FFF2-40B4-BE49-F238E27FC236}">
                <a16:creationId xmlns:a16="http://schemas.microsoft.com/office/drawing/2014/main" id="{4F753A9D-469A-4ED9-99A1-7E4B115F8933}"/>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10" name="Straight Connector 9">
            <a:extLst>
              <a:ext uri="{FF2B5EF4-FFF2-40B4-BE49-F238E27FC236}">
                <a16:creationId xmlns:a16="http://schemas.microsoft.com/office/drawing/2014/main" id="{CDA35A86-E7F6-6593-119D-A6DC85581FE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1389166"/>
      </p:ext>
    </p:extLst>
  </p:cSld>
  <p:clrMapOvr>
    <a:masterClrMapping/>
  </p:clrMapOvr>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7C91E-0A11-4E5D-9B8D-5316E73A2D58}"/>
              </a:ext>
            </a:extLst>
          </p:cNvPr>
          <p:cNvSpPr>
            <a:spLocks noGrp="1"/>
          </p:cNvSpPr>
          <p:nvPr>
            <p:ph type="title"/>
          </p:nvPr>
        </p:nvSpPr>
        <p:spPr>
          <a:xfrm>
            <a:off x="1088136" y="1104100"/>
            <a:ext cx="9922764" cy="1294228"/>
          </a:xfrm>
        </p:spPr>
        <p:txBody>
          <a:bodyPr>
            <a:normAutofit/>
          </a:bodyPr>
          <a:lstStyle>
            <a:lvl1pPr>
              <a:defRPr sz="3600" cap="none" baseline="0"/>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D7E36922-9A4C-453D-9B70-0C3A70281C03}"/>
              </a:ext>
            </a:extLst>
          </p:cNvPr>
          <p:cNvSpPr>
            <a:spLocks noGrp="1"/>
          </p:cNvSpPr>
          <p:nvPr>
            <p:ph type="ftr" sz="quarter" idx="11"/>
          </p:nvPr>
        </p:nvSpPr>
        <p:spPr/>
        <p:txBody>
          <a:bodyPr/>
          <a:lstStyle/>
          <a:p>
            <a:r>
              <a:rPr lang="en-US"/>
              <a:t>Sample Footer Text</a:t>
            </a:r>
            <a:endParaRPr lang="en-US" dirty="0"/>
          </a:p>
        </p:txBody>
      </p:sp>
      <p:sp>
        <p:nvSpPr>
          <p:cNvPr id="3" name="Date Placeholder 2">
            <a:extLst>
              <a:ext uri="{FF2B5EF4-FFF2-40B4-BE49-F238E27FC236}">
                <a16:creationId xmlns:a16="http://schemas.microsoft.com/office/drawing/2014/main" id="{A1B8A8D1-71AD-4F9F-B393-9EED83FEF003}"/>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5" name="Slide Number Placeholder 4">
            <a:extLst>
              <a:ext uri="{FF2B5EF4-FFF2-40B4-BE49-F238E27FC236}">
                <a16:creationId xmlns:a16="http://schemas.microsoft.com/office/drawing/2014/main" id="{EF5AAEF2-65DC-4E28-9AA4-5115ACB074CC}"/>
              </a:ext>
            </a:extLst>
          </p:cNvPr>
          <p:cNvSpPr>
            <a:spLocks noGrp="1"/>
          </p:cNvSpPr>
          <p:nvPr>
            <p:ph type="sldNum" sz="quarter" idx="12"/>
          </p:nvPr>
        </p:nvSpPr>
        <p:spPr/>
        <p:txBody>
          <a:bodyPr/>
          <a:lstStyle/>
          <a:p>
            <a:fld id="{5E0677F5-4A8A-4BF1-96BE-3BAE8FBAFE2E}" type="slidenum">
              <a:rPr lang="en-US" smtClean="0"/>
              <a:pPr/>
              <a:t>‹#›</a:t>
            </a:fld>
            <a:endParaRPr lang="en-US" dirty="0"/>
          </a:p>
        </p:txBody>
      </p:sp>
      <p:cxnSp>
        <p:nvCxnSpPr>
          <p:cNvPr id="6" name="Straight Connector 5">
            <a:extLst>
              <a:ext uri="{FF2B5EF4-FFF2-40B4-BE49-F238E27FC236}">
                <a16:creationId xmlns:a16="http://schemas.microsoft.com/office/drawing/2014/main" id="{28CF7AFD-0570-B046-A2C2-3EFA873546CA}"/>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5790097"/>
      </p:ext>
    </p:extLst>
  </p:cSld>
  <p:clrMapOvr>
    <a:masterClrMapping/>
  </p:clrMapOvr>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Empty">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80459378-C430-49DB-B2D6-E32FBBCD4A6F}"/>
              </a:ext>
            </a:extLst>
          </p:cNvPr>
          <p:cNvSpPr>
            <a:spLocks noGrp="1"/>
          </p:cNvSpPr>
          <p:nvPr>
            <p:ph type="ftr" sz="quarter" idx="11"/>
          </p:nvPr>
        </p:nvSpPr>
        <p:spPr/>
        <p:txBody>
          <a:bodyPr/>
          <a:lstStyle/>
          <a:p>
            <a:r>
              <a:rPr lang="en-US"/>
              <a:t>Sample Footer Text</a:t>
            </a:r>
            <a:endParaRPr lang="en-US" dirty="0"/>
          </a:p>
        </p:txBody>
      </p:sp>
      <p:sp>
        <p:nvSpPr>
          <p:cNvPr id="4" name="Date Placeholder 3">
            <a:extLst>
              <a:ext uri="{FF2B5EF4-FFF2-40B4-BE49-F238E27FC236}">
                <a16:creationId xmlns:a16="http://schemas.microsoft.com/office/drawing/2014/main" id="{9AFF5A02-0FC4-41C8-A13C-4C929B28846B}"/>
              </a:ext>
            </a:extLst>
          </p:cNvPr>
          <p:cNvSpPr>
            <a:spLocks noGrp="1"/>
          </p:cNvSpPr>
          <p:nvPr>
            <p:ph type="dt" sz="half" idx="10"/>
          </p:nvPr>
        </p:nvSpPr>
        <p:spPr/>
        <p:txBody>
          <a:body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E7B9D57D-CB8E-4E67-AE2D-2790E2AA60CB}"/>
              </a:ext>
            </a:extLst>
          </p:cNvPr>
          <p:cNvSpPr>
            <a:spLocks noGrp="1"/>
          </p:cNvSpPr>
          <p:nvPr>
            <p:ph type="sldNum" sz="quarter" idx="12"/>
          </p:nvPr>
        </p:nvSpPr>
        <p:spPr/>
        <p:txBody>
          <a:body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239320789"/>
      </p:ext>
    </p:extLst>
  </p:cSld>
  <p:clrMapOvr>
    <a:masterClrMapping/>
  </p:clrMapOvr>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5"/>
            <a:ext cx="10627828" cy="2084551"/>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7" name="Content Placeholder 7">
            <a:extLst>
              <a:ext uri="{FF2B5EF4-FFF2-40B4-BE49-F238E27FC236}">
                <a16:creationId xmlns:a16="http://schemas.microsoft.com/office/drawing/2014/main" id="{419A5DD2-B3B3-D9BF-1A71-B20742D142B9}"/>
              </a:ext>
            </a:extLst>
          </p:cNvPr>
          <p:cNvSpPr>
            <a:spLocks noGrp="1"/>
          </p:cNvSpPr>
          <p:nvPr>
            <p:ph sz="quarter" idx="13"/>
          </p:nvPr>
        </p:nvSpPr>
        <p:spPr>
          <a:xfrm>
            <a:off x="1088134" y="3276600"/>
            <a:ext cx="10627829" cy="3162300"/>
          </a:xfrm>
        </p:spPr>
        <p:txBody>
          <a:bodyPr/>
          <a:lstStyle>
            <a:lvl1pPr marL="0" indent="0">
              <a:lnSpc>
                <a:spcPct val="100000"/>
              </a:lnSpc>
              <a:buNone/>
              <a:defRPr>
                <a:solidFill>
                  <a:schemeClr val="tx1"/>
                </a:solidFill>
              </a:defRPr>
            </a:lvl1pPr>
            <a:lvl2pPr marL="228600" indent="0">
              <a:lnSpc>
                <a:spcPct val="100000"/>
              </a:lnSpc>
              <a:buNone/>
              <a:defRPr>
                <a:solidFill>
                  <a:schemeClr val="tx1"/>
                </a:solidFill>
              </a:defRPr>
            </a:lvl2pPr>
            <a:lvl3pPr marL="457200" indent="0">
              <a:lnSpc>
                <a:spcPct val="100000"/>
              </a:lnSpc>
              <a:buNone/>
              <a:defRPr>
                <a:solidFill>
                  <a:schemeClr val="tx1"/>
                </a:solidFill>
              </a:defRPr>
            </a:lvl3pPr>
            <a:lvl4pPr marL="685800" indent="0">
              <a:lnSpc>
                <a:spcPct val="100000"/>
              </a:lnSpc>
              <a:buNone/>
              <a:defRPr>
                <a:solidFill>
                  <a:schemeClr val="tx1"/>
                </a:solidFill>
              </a:defRPr>
            </a:lvl4pPr>
            <a:lvl5pPr marL="914400" indent="0">
              <a:lnSpc>
                <a:spcPct val="100000"/>
              </a:lnSpc>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6DCA1022-3377-EB7D-8261-EDD841636BE3}"/>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8015167"/>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88136" y="1088136"/>
            <a:ext cx="8430767" cy="1842020"/>
          </a:xfrm>
        </p:spPr>
        <p:txBody>
          <a:bodyPr anchor="t" anchorCtr="0">
            <a:noAutofit/>
          </a:bodyPr>
          <a:lstStyle>
            <a:lvl1pPr>
              <a:defRPr sz="6000" cap="all" baseline="0">
                <a:solidFill>
                  <a:schemeClr val="tx1"/>
                </a:solidFill>
              </a:defRPr>
            </a:lvl1pPr>
          </a:lstStyle>
          <a:p>
            <a:r>
              <a:rPr lang="en-US"/>
              <a:t>Click to edit Master title style</a:t>
            </a:r>
            <a:endParaRPr lang="en-US" dirty="0"/>
          </a:p>
        </p:txBody>
      </p:sp>
      <p:sp>
        <p:nvSpPr>
          <p:cNvPr id="8" name="Content Placeholder 6">
            <a:extLst>
              <a:ext uri="{FF2B5EF4-FFF2-40B4-BE49-F238E27FC236}">
                <a16:creationId xmlns:a16="http://schemas.microsoft.com/office/drawing/2014/main" id="{C06F55DC-E754-4B2B-C0AE-962C82565D0D}"/>
              </a:ext>
            </a:extLst>
          </p:cNvPr>
          <p:cNvSpPr>
            <a:spLocks noGrp="1"/>
          </p:cNvSpPr>
          <p:nvPr>
            <p:ph sz="quarter" idx="14"/>
          </p:nvPr>
        </p:nvSpPr>
        <p:spPr>
          <a:xfrm>
            <a:off x="1077213" y="4246692"/>
            <a:ext cx="8430639" cy="1608008"/>
          </a:xfrm>
        </p:spPr>
        <p:txBody>
          <a:bodyPr anchor="b">
            <a:noAutofit/>
          </a:bodyPr>
          <a:lstStyle>
            <a:lvl1pPr marL="0" indent="0">
              <a:lnSpc>
                <a:spcPct val="100000"/>
              </a:lnSpc>
              <a:buNone/>
              <a:defRPr sz="2000">
                <a:solidFill>
                  <a:schemeClr val="tx1"/>
                </a:solidFill>
              </a:defRPr>
            </a:lvl1pPr>
            <a:lvl2pPr marL="228600" indent="0">
              <a:lnSpc>
                <a:spcPct val="100000"/>
              </a:lnSpc>
              <a:buNone/>
              <a:defRPr sz="2000">
                <a:solidFill>
                  <a:schemeClr val="tx1"/>
                </a:solidFill>
              </a:defRPr>
            </a:lvl2pPr>
            <a:lvl3pPr marL="457200" indent="0">
              <a:lnSpc>
                <a:spcPct val="100000"/>
              </a:lnSpc>
              <a:buNone/>
              <a:defRPr sz="2000">
                <a:solidFill>
                  <a:schemeClr val="tx1"/>
                </a:solidFill>
              </a:defRPr>
            </a:lvl3pPr>
            <a:lvl4pPr marL="685800" indent="0">
              <a:lnSpc>
                <a:spcPct val="100000"/>
              </a:lnSpc>
              <a:buNone/>
              <a:defRPr sz="2000">
                <a:solidFill>
                  <a:schemeClr val="tx1"/>
                </a:solidFill>
              </a:defRPr>
            </a:lvl4pPr>
            <a:lvl5pPr marL="914400" indent="0">
              <a:lnSpc>
                <a:spcPct val="10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5E0677F5-4A8A-4BF1-96BE-3BAE8FBAFE2E}" type="slidenum">
              <a:rPr lang="en-US" smtClean="0"/>
              <a:pPr/>
              <a:t>‹#›</a:t>
            </a:fld>
            <a:endParaRPr lang="en-US" dirty="0"/>
          </a:p>
        </p:txBody>
      </p:sp>
      <p:cxnSp>
        <p:nvCxnSpPr>
          <p:cNvPr id="3" name="Straight Connector 2">
            <a:extLst>
              <a:ext uri="{FF2B5EF4-FFF2-40B4-BE49-F238E27FC236}">
                <a16:creationId xmlns:a16="http://schemas.microsoft.com/office/drawing/2014/main" id="{FC829929-F774-AF4E-F1BE-2DA3C43D0DAC}"/>
              </a:ext>
              <a:ext uri="{C183D7F6-B498-43B3-948B-1728B52AA6E4}">
                <adec:decorative xmlns:adec="http://schemas.microsoft.com/office/drawing/2017/decorative" val="1"/>
              </a:ext>
            </a:extLst>
          </p:cNvPr>
          <p:cNvCxnSpPr>
            <a:cxnSpLocks/>
          </p:cNvCxnSpPr>
          <p:nvPr/>
        </p:nvCxnSpPr>
        <p:spPr>
          <a:xfrm>
            <a:off x="0" y="1206128"/>
            <a:ext cx="804195" cy="0"/>
          </a:xfrm>
          <a:prstGeom prst="line">
            <a:avLst/>
          </a:prstGeom>
          <a:ln w="1206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5414268"/>
      </p:ext>
    </p:extLst>
  </p:cSld>
  <p:clrMapOvr>
    <a:overrideClrMapping bg1="dk1" tx1="lt1" bg2="dk2" tx2="lt2" accent1="accent1" accent2="accent2" accent3="accent3" accent4="accent4" accent5="accent5" accent6="accent6" hlink="hlink" folHlink="folHlink"/>
  </p:clrMapOvr>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323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4438DC-3CEE-4170-9B1C-BAC05CD8C3B5}"/>
              </a:ext>
            </a:extLst>
          </p:cNvPr>
          <p:cNvSpPr>
            <a:spLocks noGrp="1"/>
          </p:cNvSpPr>
          <p:nvPr>
            <p:ph type="title"/>
          </p:nvPr>
        </p:nvSpPr>
        <p:spPr>
          <a:xfrm>
            <a:off x="1088136" y="1090245"/>
            <a:ext cx="9922764" cy="93598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7C19D24-DCBE-47F9-8B85-8A118B02B3C9}"/>
              </a:ext>
            </a:extLst>
          </p:cNvPr>
          <p:cNvSpPr>
            <a:spLocks noGrp="1"/>
          </p:cNvSpPr>
          <p:nvPr>
            <p:ph type="body" idx="1"/>
          </p:nvPr>
        </p:nvSpPr>
        <p:spPr>
          <a:xfrm>
            <a:off x="1088136" y="2119745"/>
            <a:ext cx="9922764" cy="416675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FD1D5844-8163-4D82-BEFC-BC2D8D511B7E}"/>
              </a:ext>
            </a:extLst>
          </p:cNvPr>
          <p:cNvSpPr>
            <a:spLocks noGrp="1"/>
          </p:cNvSpPr>
          <p:nvPr>
            <p:ph type="ftr" sz="quarter" idx="3"/>
          </p:nvPr>
        </p:nvSpPr>
        <p:spPr>
          <a:xfrm>
            <a:off x="1088136" y="6438900"/>
            <a:ext cx="8562760" cy="419100"/>
          </a:xfrm>
          <a:prstGeom prst="rect">
            <a:avLst/>
          </a:prstGeom>
        </p:spPr>
        <p:txBody>
          <a:bodyPr vert="horz" lIns="91440" tIns="45720" rIns="91440" bIns="45720" rtlCol="0" anchor="ctr"/>
          <a:lstStyle>
            <a:lvl1pPr algn="l" rtl="0">
              <a:defRPr sz="900">
                <a:solidFill>
                  <a:schemeClr val="tx1"/>
                </a:solidFill>
              </a:defRPr>
            </a:lvl1pPr>
          </a:lstStyle>
          <a:p>
            <a:r>
              <a:rPr lang="en-US"/>
              <a:t>Sample Footer Text</a:t>
            </a:r>
            <a:endParaRPr lang="en-US" dirty="0"/>
          </a:p>
        </p:txBody>
      </p:sp>
      <p:sp>
        <p:nvSpPr>
          <p:cNvPr id="4" name="Date Placeholder 3">
            <a:extLst>
              <a:ext uri="{FF2B5EF4-FFF2-40B4-BE49-F238E27FC236}">
                <a16:creationId xmlns:a16="http://schemas.microsoft.com/office/drawing/2014/main" id="{334F5788-BDCE-49E2-80AE-31C739C6A0CE}"/>
              </a:ext>
            </a:extLst>
          </p:cNvPr>
          <p:cNvSpPr>
            <a:spLocks noGrp="1"/>
          </p:cNvSpPr>
          <p:nvPr>
            <p:ph type="dt" sz="half" idx="2"/>
          </p:nvPr>
        </p:nvSpPr>
        <p:spPr>
          <a:xfrm>
            <a:off x="9650896" y="6438900"/>
            <a:ext cx="864704" cy="419100"/>
          </a:xfrm>
          <a:prstGeom prst="rect">
            <a:avLst/>
          </a:prstGeom>
        </p:spPr>
        <p:txBody>
          <a:bodyPr vert="horz" lIns="91440" tIns="45720" rIns="91440" bIns="45720" rtlCol="0" anchor="ctr"/>
          <a:lstStyle>
            <a:lvl1pPr algn="l" rtl="0">
              <a:defRPr sz="900">
                <a:solidFill>
                  <a:schemeClr val="tx1"/>
                </a:solidFill>
              </a:defRPr>
            </a:lvl1pPr>
          </a:lstStyle>
          <a:p>
            <a:fld id="{7DA2CEDE-2AB4-4FB8-9551-E0AA4222B1A3}" type="datetime1">
              <a:rPr lang="en-US" smtClean="0"/>
              <a:pPr/>
              <a:t>9/22/2026</a:t>
            </a:fld>
            <a:endParaRPr lang="en-US" dirty="0"/>
          </a:p>
        </p:txBody>
      </p:sp>
      <p:sp>
        <p:nvSpPr>
          <p:cNvPr id="6" name="Slide Number Placeholder 5">
            <a:extLst>
              <a:ext uri="{FF2B5EF4-FFF2-40B4-BE49-F238E27FC236}">
                <a16:creationId xmlns:a16="http://schemas.microsoft.com/office/drawing/2014/main" id="{22698A50-C435-4220-82C6-C8D62A7C9EB0}"/>
              </a:ext>
            </a:extLst>
          </p:cNvPr>
          <p:cNvSpPr>
            <a:spLocks noGrp="1"/>
          </p:cNvSpPr>
          <p:nvPr>
            <p:ph type="sldNum" sz="quarter" idx="4"/>
          </p:nvPr>
        </p:nvSpPr>
        <p:spPr>
          <a:xfrm>
            <a:off x="10523764" y="6438900"/>
            <a:ext cx="601436" cy="419100"/>
          </a:xfrm>
          <a:prstGeom prst="rect">
            <a:avLst/>
          </a:prstGeom>
        </p:spPr>
        <p:txBody>
          <a:bodyPr vert="horz" lIns="91440" tIns="45720" rIns="91440" bIns="45720" rtlCol="0" anchor="ctr"/>
          <a:lstStyle>
            <a:lvl1pPr algn="r" rtl="0">
              <a:defRPr sz="900">
                <a:solidFill>
                  <a:schemeClr val="tx1"/>
                </a:solidFill>
              </a:defRPr>
            </a:lvl1pPr>
          </a:lstStyle>
          <a:p>
            <a:fld id="{5E0677F5-4A8A-4BF1-96BE-3BAE8FBAFE2E}" type="slidenum">
              <a:rPr lang="en-US" smtClean="0"/>
              <a:pPr/>
              <a:t>‹#›</a:t>
            </a:fld>
            <a:endParaRPr lang="en-US" dirty="0"/>
          </a:p>
        </p:txBody>
      </p:sp>
    </p:spTree>
    <p:extLst>
      <p:ext uri="{BB962C8B-B14F-4D97-AF65-F5344CB8AC3E}">
        <p14:creationId xmlns:p14="http://schemas.microsoft.com/office/powerpoint/2010/main" val="2643279931"/>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 id="2147483734" r:id="rId13"/>
    <p:sldLayoutId id="2147483735" r:id="rId14"/>
    <p:sldLayoutId id="2147483736" r:id="rId15"/>
    <p:sldLayoutId id="2147483737" r:id="rId16"/>
    <p:sldLayoutId id="2147483738" r:id="rId17"/>
    <p:sldLayoutId id="2147483739" r:id="rId18"/>
    <p:sldLayoutId id="2147483740" r:id="rId19"/>
    <p:sldLayoutId id="2147483741" r:id="rId20"/>
    <p:sldLayoutId id="2147483742" r:id="rId21"/>
    <p:sldLayoutId id="2147483743" r:id="rId22"/>
    <p:sldLayoutId id="2147483744" r:id="rId23"/>
    <p:sldLayoutId id="2147483745" r:id="rId24"/>
    <p:sldLayoutId id="2147483746" r:id="rId25"/>
    <p:sldLayoutId id="2147483747" r:id="rId26"/>
    <p:sldLayoutId id="2147483748" r:id="rId27"/>
    <p:sldLayoutId id="2147483749" r:id="rId28"/>
  </p:sldLayoutIdLst>
  <p:hf sldNum="0" hdr="0" ftr="0" dt="0"/>
  <p:txStyles>
    <p:titleStyle>
      <a:lvl1pPr algn="l" defTabSz="914400" rtl="0" eaLnBrk="1" latinLnBrk="0" hangingPunct="1">
        <a:lnSpc>
          <a:spcPct val="85000"/>
        </a:lnSpc>
        <a:spcBef>
          <a:spcPct val="0"/>
        </a:spcBef>
        <a:buNone/>
        <a:defRPr sz="3600" b="1" kern="1200" cap="all" baseline="0">
          <a:solidFill>
            <a:schemeClr val="tx1"/>
          </a:solidFill>
          <a:latin typeface="+mj-lt"/>
          <a:ea typeface="+mj-ea"/>
          <a:cs typeface="+mj-cs"/>
        </a:defRPr>
      </a:lvl1pPr>
    </p:titleStyle>
    <p:bodyStyle>
      <a:lvl1pPr marL="0" indent="0" algn="l" defTabSz="914400" rtl="0" eaLnBrk="1" latinLnBrk="0" hangingPunct="1">
        <a:lnSpc>
          <a:spcPct val="130000"/>
        </a:lnSpc>
        <a:spcBef>
          <a:spcPts val="0"/>
        </a:spcBef>
        <a:buFont typeface="Neue Haas Grotesk Text Pro" panose="020B0504020202020204" pitchFamily="34" charset="0"/>
        <a:buNone/>
        <a:defRPr sz="1600" kern="1200">
          <a:solidFill>
            <a:schemeClr val="tx1"/>
          </a:solidFill>
          <a:latin typeface="+mn-lt"/>
          <a:ea typeface="+mn-ea"/>
          <a:cs typeface="+mn-cs"/>
        </a:defRPr>
      </a:lvl1pPr>
      <a:lvl2pPr marL="5029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2pPr>
      <a:lvl3pPr marL="73152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4pPr>
      <a:lvl5pPr marL="1280160" indent="-228600" algn="l" defTabSz="914400" rtl="0" eaLnBrk="1" latinLnBrk="0" hangingPunct="1">
        <a:lnSpc>
          <a:spcPct val="130000"/>
        </a:lnSpc>
        <a:spcBef>
          <a:spcPts val="0"/>
        </a:spcBef>
        <a:buFont typeface="Neue Haas Grotesk Text Pro" panose="020B05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5" pos="744">
          <p15:clr>
            <a:srgbClr val="F26B43"/>
          </p15:clr>
        </p15:guide>
        <p15:guide id="6">
          <p15:clr>
            <a:srgbClr val="F26B43"/>
          </p15:clr>
        </p15:guide>
        <p15:guide id="8" pos="6936">
          <p15:clr>
            <a:srgbClr val="F26B43"/>
          </p15:clr>
        </p15:guide>
        <p15:guide id="10" orient="horz" pos="720">
          <p15:clr>
            <a:srgbClr val="F26B43"/>
          </p15:clr>
        </p15:guide>
        <p15:guide id="14" pos="6624">
          <p15:clr>
            <a:srgbClr val="F26B43"/>
          </p15:clr>
        </p15:guide>
        <p15:guide id="22" orient="horz" pos="360">
          <p15:clr>
            <a:srgbClr val="F26B43"/>
          </p15:clr>
        </p15:guide>
        <p15:guide id="23" orient="horz" pos="3960">
          <p15:clr>
            <a:srgbClr val="F26B43"/>
          </p15:clr>
        </p15:guide>
        <p15:guide id="24" orient="horz" pos="2160">
          <p15:clr>
            <a:srgbClr val="F26B43"/>
          </p15:clr>
        </p15:guide>
        <p15:guide id="25" pos="7680">
          <p15:clr>
            <a:srgbClr val="F26B43"/>
          </p15:clr>
        </p15:guide>
        <p15:guide id="26" pos="3840">
          <p15:clr>
            <a:srgbClr val="F26B43"/>
          </p15:clr>
        </p15:guide>
        <p15:guide id="27" pos="6168">
          <p15:clr>
            <a:srgbClr val="F26B43"/>
          </p15:clr>
        </p15:guide>
        <p15:guide id="28" pos="672">
          <p15:clr>
            <a:srgbClr val="F26B43"/>
          </p15:clr>
        </p15:guide>
        <p15:guide id="29" pos="7008">
          <p15:clr>
            <a:srgbClr val="F26B43"/>
          </p15:clr>
        </p15:guide>
        <p15:guide id="30" orient="horz" pos="4056">
          <p15:clr>
            <a:srgbClr val="F26B43"/>
          </p15:clr>
        </p15:guide>
        <p15:guide id="31" orient="horz" pos="36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1.xml"/><Relationship Id="rId1" Type="http://schemas.openxmlformats.org/officeDocument/2006/relationships/slideLayout" Target="../slideLayouts/slideLayout2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3" name="Text 1"/>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 / 16</a:t>
            </a:r>
            <a:endParaRPr lang="en-US" sz="1200" dirty="0"/>
          </a:p>
        </p:txBody>
      </p:sp>
      <p:sp>
        <p:nvSpPr>
          <p:cNvPr id="4" name="Text 2"/>
          <p:cNvSpPr txBox="1"/>
          <p:nvPr/>
        </p:nvSpPr>
        <p:spPr>
          <a:xfrm>
            <a:off x="548640" y="1005840"/>
            <a:ext cx="10972800" cy="365760"/>
          </a:xfrm>
          <a:prstGeom prst="rect">
            <a:avLst/>
          </a:prstGeom>
          <a:noFill/>
          <a:ln/>
        </p:spPr>
        <p:txBody>
          <a:bodyPr wrap="square" lIns="0" tIns="0" rIns="0" bIns="0" rtlCol="0" anchor="t"/>
          <a:lstStyle/>
          <a:p>
            <a:pPr marL="0" indent="0">
              <a:buNone/>
            </a:pPr>
            <a:r>
              <a:rPr lang="en-US" sz="1400" b="1" kern="0" spc="200" dirty="0">
                <a:solidFill>
                  <a:srgbClr val="1F3A68"/>
                </a:solidFill>
                <a:latin typeface="Calibri" pitchFamily="34" charset="0"/>
                <a:ea typeface="Calibri" pitchFamily="34" charset="-122"/>
                <a:cs typeface="Calibri" pitchFamily="34" charset="-120"/>
              </a:rPr>
              <a:t>RESEARCH TOPIC PRESENTATION · RESEARCH METHODOLOGY</a:t>
            </a:r>
            <a:endParaRPr lang="en-US" sz="1400" dirty="0"/>
          </a:p>
        </p:txBody>
      </p:sp>
      <p:sp>
        <p:nvSpPr>
          <p:cNvPr id="5" name="Text 3"/>
          <p:cNvSpPr txBox="1"/>
          <p:nvPr/>
        </p:nvSpPr>
        <p:spPr>
          <a:xfrm>
            <a:off x="548640" y="1463040"/>
            <a:ext cx="10515600" cy="1737360"/>
          </a:xfrm>
          <a:prstGeom prst="rect">
            <a:avLst/>
          </a:prstGeom>
          <a:noFill/>
          <a:ln/>
        </p:spPr>
        <p:txBody>
          <a:bodyPr wrap="square" lIns="0" tIns="0" rIns="0" bIns="0" rtlCol="0" anchor="ctr"/>
          <a:lstStyle/>
          <a:p>
            <a:pPr marL="0" indent="0">
              <a:buNone/>
            </a:pPr>
            <a:r>
              <a:rPr lang="en-US" sz="4000" b="1" dirty="0">
                <a:solidFill>
                  <a:srgbClr val="1A1A1A"/>
                </a:solidFill>
                <a:latin typeface="Calibri" pitchFamily="34" charset="0"/>
                <a:ea typeface="Calibri" pitchFamily="34" charset="-122"/>
                <a:cs typeface="Calibri" pitchFamily="34" charset="-120"/>
              </a:rPr>
              <a:t>Offline Voice-Based Khata Entry in Hindi, Marathi and English for Kirana Stores</a:t>
            </a:r>
            <a:endParaRPr lang="en-US" sz="4000" dirty="0"/>
          </a:p>
        </p:txBody>
      </p:sp>
      <p:sp>
        <p:nvSpPr>
          <p:cNvPr id="6" name="Text 4"/>
          <p:cNvSpPr txBox="1"/>
          <p:nvPr/>
        </p:nvSpPr>
        <p:spPr>
          <a:xfrm>
            <a:off x="548640" y="3246120"/>
            <a:ext cx="10515600" cy="548640"/>
          </a:xfrm>
          <a:prstGeom prst="rect">
            <a:avLst/>
          </a:prstGeom>
          <a:noFill/>
          <a:ln/>
        </p:spPr>
        <p:txBody>
          <a:bodyPr wrap="square" lIns="0" tIns="0" rIns="0" bIns="0" rtlCol="0" anchor="t"/>
          <a:lstStyle/>
          <a:p>
            <a:pPr marL="0" indent="0">
              <a:buNone/>
            </a:pPr>
            <a:r>
              <a:rPr lang="en-US" sz="2200" i="1" dirty="0">
                <a:solidFill>
                  <a:srgbClr val="5F6368"/>
                </a:solidFill>
                <a:latin typeface="Calibri" pitchFamily="34" charset="0"/>
                <a:ea typeface="Calibri" pitchFamily="34" charset="-122"/>
                <a:cs typeface="Calibri" pitchFamily="34" charset="-120"/>
              </a:rPr>
              <a:t>Can a cheap phone record credit entries by voice, with no internet, and get the money right?</a:t>
            </a:r>
            <a:endParaRPr lang="en-US" sz="2200" dirty="0"/>
          </a:p>
        </p:txBody>
      </p:sp>
      <p:sp>
        <p:nvSpPr>
          <p:cNvPr id="7" name="Shape 5"/>
          <p:cNvSpPr/>
          <p:nvPr/>
        </p:nvSpPr>
        <p:spPr>
          <a:xfrm>
            <a:off x="548640" y="4069080"/>
            <a:ext cx="6766560" cy="2011680"/>
          </a:xfrm>
          <a:prstGeom prst="roundRect">
            <a:avLst>
              <a:gd name="adj" fmla="val 5455"/>
            </a:avLst>
          </a:prstGeom>
          <a:solidFill>
            <a:srgbClr val="EEF2F8"/>
          </a:solidFill>
          <a:ln w="12700">
            <a:solidFill>
              <a:srgbClr val="EEF2F8"/>
            </a:solidFill>
            <a:prstDash val="solid"/>
          </a:ln>
        </p:spPr>
      </p:sp>
      <p:sp>
        <p:nvSpPr>
          <p:cNvPr id="8" name="Text 6"/>
          <p:cNvSpPr txBox="1"/>
          <p:nvPr/>
        </p:nvSpPr>
        <p:spPr>
          <a:xfrm>
            <a:off x="822960" y="4251960"/>
            <a:ext cx="6400800" cy="1645920"/>
          </a:xfrm>
          <a:prstGeom prst="rect">
            <a:avLst/>
          </a:prstGeom>
          <a:noFill/>
          <a:ln/>
        </p:spPr>
        <p:txBody>
          <a:bodyPr wrap="square" lIns="0" tIns="0" rIns="0" bIns="0" rtlCol="0" anchor="t"/>
          <a:lstStyle/>
          <a:p>
            <a:pPr marL="0" indent="0">
              <a:spcAft>
                <a:spcPts val="800"/>
              </a:spcAft>
              <a:buNone/>
            </a:pPr>
            <a:r>
              <a:rPr lang="en-US" sz="2000" b="1" dirty="0">
                <a:solidFill>
                  <a:srgbClr val="1A1A1A"/>
                </a:solidFill>
                <a:latin typeface="Calibri" pitchFamily="34" charset="0"/>
                <a:ea typeface="Calibri" pitchFamily="34" charset="-122"/>
                <a:cs typeface="Calibri" pitchFamily="34" charset="-120"/>
              </a:rPr>
              <a:t>Team: </a:t>
            </a:r>
            <a:r>
              <a:rPr lang="en-US" sz="2000" dirty="0">
                <a:solidFill>
                  <a:srgbClr val="1A1A1A"/>
                </a:solidFill>
                <a:latin typeface="Calibri" pitchFamily="34" charset="0"/>
                <a:ea typeface="Calibri" pitchFamily="34" charset="-122"/>
                <a:cs typeface="Calibri" pitchFamily="34" charset="-120"/>
              </a:rPr>
              <a:t>[NAME 1], [NAME 2], [NAME 3], [NAME 4]</a:t>
            </a:r>
            <a:endParaRPr lang="en-US" sz="2000" dirty="0"/>
          </a:p>
          <a:p>
            <a:pPr marL="0" indent="0">
              <a:spcAft>
                <a:spcPts val="800"/>
              </a:spcAft>
              <a:buNone/>
            </a:pPr>
            <a:r>
              <a:rPr lang="en-US" sz="2000" b="1" dirty="0">
                <a:solidFill>
                  <a:srgbClr val="1A1A1A"/>
                </a:solidFill>
                <a:latin typeface="Calibri" pitchFamily="34" charset="0"/>
                <a:ea typeface="Calibri" pitchFamily="34" charset="-122"/>
                <a:cs typeface="Calibri" pitchFamily="34" charset="-120"/>
              </a:rPr>
              <a:t>Guide: </a:t>
            </a:r>
            <a:r>
              <a:rPr lang="en-US" sz="2000" dirty="0">
                <a:solidFill>
                  <a:srgbClr val="1A1A1A"/>
                </a:solidFill>
                <a:latin typeface="Calibri" pitchFamily="34" charset="0"/>
                <a:ea typeface="Calibri" pitchFamily="34" charset="-122"/>
                <a:cs typeface="Calibri" pitchFamily="34" charset="-120"/>
              </a:rPr>
              <a:t>[GUIDE NAME]</a:t>
            </a:r>
            <a:endParaRPr lang="en-US" sz="2000" dirty="0"/>
          </a:p>
          <a:p>
            <a:pPr marL="0" indent="0">
              <a:spcAft>
                <a:spcPts val="800"/>
              </a:spcAft>
              <a:buNone/>
            </a:pPr>
            <a:r>
              <a:rPr lang="en-US" sz="2000" dirty="0">
                <a:solidFill>
                  <a:srgbClr val="1A1A1A"/>
                </a:solidFill>
                <a:latin typeface="Calibri" pitchFamily="34" charset="0"/>
                <a:ea typeface="Calibri" pitchFamily="34" charset="-122"/>
                <a:cs typeface="Calibri" pitchFamily="34" charset="-120"/>
              </a:rPr>
              <a:t>B.E. Electronics and Computer Science, VESIT · 2026–27</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AGENDA</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What we will cover</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2 / 16</a:t>
            </a:r>
            <a:endParaRPr lang="en-US" sz="1200" dirty="0"/>
          </a:p>
        </p:txBody>
      </p:sp>
      <p:sp>
        <p:nvSpPr>
          <p:cNvPr id="6" name="Shape 4"/>
          <p:cNvSpPr/>
          <p:nvPr/>
        </p:nvSpPr>
        <p:spPr>
          <a:xfrm>
            <a:off x="548640" y="1691640"/>
            <a:ext cx="548640" cy="548640"/>
          </a:xfrm>
          <a:prstGeom prst="ellipse">
            <a:avLst/>
          </a:prstGeom>
          <a:solidFill>
            <a:srgbClr val="1F3A68"/>
          </a:solidFill>
          <a:ln w="12700">
            <a:solidFill>
              <a:srgbClr val="1F3A68"/>
            </a:solidFill>
            <a:prstDash val="solid"/>
          </a:ln>
        </p:spPr>
      </p:sp>
      <p:sp>
        <p:nvSpPr>
          <p:cNvPr id="7" name="Text 5"/>
          <p:cNvSpPr txBox="1"/>
          <p:nvPr/>
        </p:nvSpPr>
        <p:spPr>
          <a:xfrm>
            <a:off x="548640" y="169164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txBox="1"/>
          <p:nvPr/>
        </p:nvSpPr>
        <p:spPr>
          <a:xfrm>
            <a:off x="1325880" y="1673352"/>
            <a:ext cx="2926080" cy="585216"/>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Introduction</a:t>
            </a:r>
            <a:endParaRPr lang="en-US" sz="2400" dirty="0"/>
          </a:p>
        </p:txBody>
      </p:sp>
      <p:sp>
        <p:nvSpPr>
          <p:cNvPr id="9" name="Text 7"/>
          <p:cNvSpPr txBox="1"/>
          <p:nvPr/>
        </p:nvSpPr>
        <p:spPr>
          <a:xfrm>
            <a:off x="4297680" y="1673352"/>
            <a:ext cx="7315200" cy="585216"/>
          </a:xfrm>
          <a:prstGeom prst="rect">
            <a:avLst/>
          </a:prstGeom>
          <a:noFill/>
          <a:ln/>
        </p:spPr>
        <p:txBody>
          <a:bodyPr wrap="square" lIns="0" tIns="0" rIns="0" bIns="0" rtlCol="0" anchor="ctr"/>
          <a:lstStyle/>
          <a:p>
            <a:pPr marL="0" indent="0">
              <a:buNone/>
            </a:pPr>
            <a:r>
              <a:rPr lang="en-US" sz="2000" dirty="0">
                <a:solidFill>
                  <a:srgbClr val="5F6368"/>
                </a:solidFill>
                <a:latin typeface="Calibri" pitchFamily="34" charset="0"/>
                <a:ea typeface="Calibri" pitchFamily="34" charset="-122"/>
                <a:cs typeface="Calibri" pitchFamily="34" charset="-120"/>
              </a:rPr>
              <a:t>Background and the problem</a:t>
            </a:r>
            <a:endParaRPr lang="en-US" sz="2000" dirty="0"/>
          </a:p>
        </p:txBody>
      </p:sp>
      <p:sp>
        <p:nvSpPr>
          <p:cNvPr id="10" name="Shape 8"/>
          <p:cNvSpPr/>
          <p:nvPr/>
        </p:nvSpPr>
        <p:spPr>
          <a:xfrm>
            <a:off x="548640" y="2560320"/>
            <a:ext cx="548640" cy="548640"/>
          </a:xfrm>
          <a:prstGeom prst="ellipse">
            <a:avLst/>
          </a:prstGeom>
          <a:solidFill>
            <a:srgbClr val="1F3A68"/>
          </a:solidFill>
          <a:ln w="12700">
            <a:solidFill>
              <a:srgbClr val="1F3A68"/>
            </a:solidFill>
            <a:prstDash val="solid"/>
          </a:ln>
        </p:spPr>
      </p:sp>
      <p:sp>
        <p:nvSpPr>
          <p:cNvPr id="11" name="Text 9"/>
          <p:cNvSpPr txBox="1"/>
          <p:nvPr/>
        </p:nvSpPr>
        <p:spPr>
          <a:xfrm>
            <a:off x="548640" y="256032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txBox="1"/>
          <p:nvPr/>
        </p:nvSpPr>
        <p:spPr>
          <a:xfrm>
            <a:off x="1325880" y="2542032"/>
            <a:ext cx="2926080" cy="585216"/>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Literature</a:t>
            </a:r>
            <a:endParaRPr lang="en-US" sz="2400" dirty="0"/>
          </a:p>
        </p:txBody>
      </p:sp>
      <p:sp>
        <p:nvSpPr>
          <p:cNvPr id="13" name="Text 11"/>
          <p:cNvSpPr txBox="1"/>
          <p:nvPr/>
        </p:nvSpPr>
        <p:spPr>
          <a:xfrm>
            <a:off x="4297680" y="2542032"/>
            <a:ext cx="7315200" cy="585216"/>
          </a:xfrm>
          <a:prstGeom prst="rect">
            <a:avLst/>
          </a:prstGeom>
          <a:noFill/>
          <a:ln/>
        </p:spPr>
        <p:txBody>
          <a:bodyPr wrap="square" lIns="0" tIns="0" rIns="0" bIns="0" rtlCol="0" anchor="ctr"/>
          <a:lstStyle/>
          <a:p>
            <a:pPr marL="0" indent="0">
              <a:buNone/>
            </a:pPr>
            <a:r>
              <a:rPr lang="en-US" sz="2000" dirty="0">
                <a:solidFill>
                  <a:srgbClr val="5F6368"/>
                </a:solidFill>
                <a:latin typeface="Calibri" pitchFamily="34" charset="0"/>
                <a:ea typeface="Calibri" pitchFamily="34" charset="-122"/>
                <a:cs typeface="Calibri" pitchFamily="34" charset="-120"/>
              </a:rPr>
              <a:t>What others have done, and the gap</a:t>
            </a:r>
            <a:endParaRPr lang="en-US" sz="2000" dirty="0"/>
          </a:p>
        </p:txBody>
      </p:sp>
      <p:sp>
        <p:nvSpPr>
          <p:cNvPr id="14" name="Shape 12"/>
          <p:cNvSpPr/>
          <p:nvPr/>
        </p:nvSpPr>
        <p:spPr>
          <a:xfrm>
            <a:off x="548640" y="3429000"/>
            <a:ext cx="548640" cy="548640"/>
          </a:xfrm>
          <a:prstGeom prst="ellipse">
            <a:avLst/>
          </a:prstGeom>
          <a:solidFill>
            <a:srgbClr val="1F3A68"/>
          </a:solidFill>
          <a:ln w="12700">
            <a:solidFill>
              <a:srgbClr val="1F3A68"/>
            </a:solidFill>
            <a:prstDash val="solid"/>
          </a:ln>
        </p:spPr>
      </p:sp>
      <p:sp>
        <p:nvSpPr>
          <p:cNvPr id="15" name="Text 13"/>
          <p:cNvSpPr txBox="1"/>
          <p:nvPr/>
        </p:nvSpPr>
        <p:spPr>
          <a:xfrm>
            <a:off x="548640" y="342900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txBox="1"/>
          <p:nvPr/>
        </p:nvSpPr>
        <p:spPr>
          <a:xfrm>
            <a:off x="1325880" y="3410712"/>
            <a:ext cx="2926080" cy="585216"/>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Our study</a:t>
            </a:r>
            <a:endParaRPr lang="en-US" sz="2400" dirty="0"/>
          </a:p>
        </p:txBody>
      </p:sp>
      <p:sp>
        <p:nvSpPr>
          <p:cNvPr id="17" name="Text 15"/>
          <p:cNvSpPr txBox="1"/>
          <p:nvPr/>
        </p:nvSpPr>
        <p:spPr>
          <a:xfrm>
            <a:off x="4297680" y="3410712"/>
            <a:ext cx="7315200" cy="585216"/>
          </a:xfrm>
          <a:prstGeom prst="rect">
            <a:avLst/>
          </a:prstGeom>
          <a:noFill/>
          <a:ln/>
        </p:spPr>
        <p:txBody>
          <a:bodyPr wrap="square" lIns="0" tIns="0" rIns="0" bIns="0" rtlCol="0" anchor="ctr"/>
          <a:lstStyle/>
          <a:p>
            <a:pPr marL="0" indent="0">
              <a:buNone/>
            </a:pPr>
            <a:r>
              <a:rPr lang="en-US" sz="2000" dirty="0">
                <a:solidFill>
                  <a:srgbClr val="5F6368"/>
                </a:solidFill>
                <a:latin typeface="Calibri" pitchFamily="34" charset="0"/>
                <a:ea typeface="Calibri" pitchFamily="34" charset="-122"/>
                <a:cs typeface="Calibri" pitchFamily="34" charset="-120"/>
              </a:rPr>
              <a:t>Research question, objectives, method</a:t>
            </a:r>
            <a:endParaRPr lang="en-US" sz="2000" dirty="0"/>
          </a:p>
        </p:txBody>
      </p:sp>
      <p:sp>
        <p:nvSpPr>
          <p:cNvPr id="18" name="Shape 16"/>
          <p:cNvSpPr/>
          <p:nvPr/>
        </p:nvSpPr>
        <p:spPr>
          <a:xfrm>
            <a:off x="548640" y="4297680"/>
            <a:ext cx="548640" cy="548640"/>
          </a:xfrm>
          <a:prstGeom prst="ellipse">
            <a:avLst/>
          </a:prstGeom>
          <a:solidFill>
            <a:srgbClr val="1F3A68"/>
          </a:solidFill>
          <a:ln w="12700">
            <a:solidFill>
              <a:srgbClr val="1F3A68"/>
            </a:solidFill>
            <a:prstDash val="solid"/>
          </a:ln>
        </p:spPr>
      </p:sp>
      <p:sp>
        <p:nvSpPr>
          <p:cNvPr id="19" name="Text 17"/>
          <p:cNvSpPr txBox="1"/>
          <p:nvPr/>
        </p:nvSpPr>
        <p:spPr>
          <a:xfrm>
            <a:off x="548640" y="429768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0" name="Text 18"/>
          <p:cNvSpPr txBox="1"/>
          <p:nvPr/>
        </p:nvSpPr>
        <p:spPr>
          <a:xfrm>
            <a:off x="1325880" y="4279392"/>
            <a:ext cx="2926080" cy="585216"/>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Key idea</a:t>
            </a:r>
            <a:endParaRPr lang="en-US" sz="2400" dirty="0"/>
          </a:p>
        </p:txBody>
      </p:sp>
      <p:sp>
        <p:nvSpPr>
          <p:cNvPr id="21" name="Text 19"/>
          <p:cNvSpPr txBox="1"/>
          <p:nvPr/>
        </p:nvSpPr>
        <p:spPr>
          <a:xfrm>
            <a:off x="4297680" y="4279392"/>
            <a:ext cx="7315200" cy="585216"/>
          </a:xfrm>
          <a:prstGeom prst="rect">
            <a:avLst/>
          </a:prstGeom>
          <a:noFill/>
          <a:ln/>
        </p:spPr>
        <p:txBody>
          <a:bodyPr wrap="square" lIns="0" tIns="0" rIns="0" bIns="0" rtlCol="0" anchor="ctr"/>
          <a:lstStyle/>
          <a:p>
            <a:pPr marL="0" indent="0">
              <a:buNone/>
            </a:pPr>
            <a:r>
              <a:rPr lang="en-US" sz="2000" dirty="0">
                <a:solidFill>
                  <a:srgbClr val="5F6368"/>
                </a:solidFill>
                <a:latin typeface="Calibri" pitchFamily="34" charset="0"/>
                <a:ea typeface="Calibri" pitchFamily="34" charset="-122"/>
                <a:cs typeface="Calibri" pitchFamily="34" charset="-120"/>
              </a:rPr>
              <a:t>Rupee Error Rate</a:t>
            </a:r>
            <a:endParaRPr lang="en-US" sz="2000" dirty="0"/>
          </a:p>
        </p:txBody>
      </p:sp>
      <p:sp>
        <p:nvSpPr>
          <p:cNvPr id="22" name="Shape 20"/>
          <p:cNvSpPr/>
          <p:nvPr/>
        </p:nvSpPr>
        <p:spPr>
          <a:xfrm>
            <a:off x="548640" y="5166360"/>
            <a:ext cx="548640" cy="548640"/>
          </a:xfrm>
          <a:prstGeom prst="ellipse">
            <a:avLst/>
          </a:prstGeom>
          <a:solidFill>
            <a:srgbClr val="1F3A68"/>
          </a:solidFill>
          <a:ln w="12700">
            <a:solidFill>
              <a:srgbClr val="1F3A68"/>
            </a:solidFill>
            <a:prstDash val="solid"/>
          </a:ln>
        </p:spPr>
      </p:sp>
      <p:sp>
        <p:nvSpPr>
          <p:cNvPr id="23" name="Text 21"/>
          <p:cNvSpPr txBox="1"/>
          <p:nvPr/>
        </p:nvSpPr>
        <p:spPr>
          <a:xfrm>
            <a:off x="548640" y="5166360"/>
            <a:ext cx="548640" cy="54864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24" name="Text 22"/>
          <p:cNvSpPr txBox="1"/>
          <p:nvPr/>
        </p:nvSpPr>
        <p:spPr>
          <a:xfrm>
            <a:off x="1325880" y="5148072"/>
            <a:ext cx="2926080" cy="585216"/>
          </a:xfrm>
          <a:prstGeom prst="rect">
            <a:avLst/>
          </a:prstGeom>
          <a:noFill/>
          <a:ln/>
        </p:spPr>
        <p:txBody>
          <a:bodyPr wrap="square" lIns="0" tIns="0" rIns="0" bIns="0" rtlCol="0" anchor="ctr"/>
          <a:lstStyle/>
          <a:p>
            <a:pPr marL="0" indent="0">
              <a:buNone/>
            </a:pPr>
            <a:r>
              <a:rPr lang="en-US" sz="2400" b="1" dirty="0">
                <a:solidFill>
                  <a:srgbClr val="1A1A1A"/>
                </a:solidFill>
                <a:latin typeface="Calibri" pitchFamily="34" charset="0"/>
                <a:ea typeface="Calibri" pitchFamily="34" charset="-122"/>
                <a:cs typeface="Calibri" pitchFamily="34" charset="-120"/>
              </a:rPr>
              <a:t>Outcomes</a:t>
            </a:r>
            <a:endParaRPr lang="en-US" sz="2400" dirty="0"/>
          </a:p>
        </p:txBody>
      </p:sp>
      <p:sp>
        <p:nvSpPr>
          <p:cNvPr id="25" name="Text 23"/>
          <p:cNvSpPr txBox="1"/>
          <p:nvPr/>
        </p:nvSpPr>
        <p:spPr>
          <a:xfrm>
            <a:off x="4297680" y="5148072"/>
            <a:ext cx="7315200" cy="585216"/>
          </a:xfrm>
          <a:prstGeom prst="rect">
            <a:avLst/>
          </a:prstGeom>
          <a:noFill/>
          <a:ln/>
        </p:spPr>
        <p:txBody>
          <a:bodyPr wrap="square" lIns="0" tIns="0" rIns="0" bIns="0" rtlCol="0" anchor="ctr"/>
          <a:lstStyle/>
          <a:p>
            <a:pPr marL="0" indent="0">
              <a:buNone/>
            </a:pPr>
            <a:r>
              <a:rPr lang="en-US" sz="2000" dirty="0">
                <a:solidFill>
                  <a:srgbClr val="5F6368"/>
                </a:solidFill>
                <a:latin typeface="Calibri" pitchFamily="34" charset="0"/>
                <a:ea typeface="Calibri" pitchFamily="34" charset="-122"/>
                <a:cs typeface="Calibri" pitchFamily="34" charset="-120"/>
              </a:rPr>
              <a:t>Expected results, novelty, plan, references</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INTRODUCTION</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Background</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3 / 16</a:t>
            </a:r>
            <a:endParaRPr lang="en-US" sz="1200" dirty="0"/>
          </a:p>
        </p:txBody>
      </p:sp>
      <p:sp>
        <p:nvSpPr>
          <p:cNvPr id="6" name="Shape 4"/>
          <p:cNvSpPr/>
          <p:nvPr/>
        </p:nvSpPr>
        <p:spPr>
          <a:xfrm>
            <a:off x="548640" y="1691640"/>
            <a:ext cx="3515258" cy="4206240"/>
          </a:xfrm>
          <a:prstGeom prst="roundRect">
            <a:avLst>
              <a:gd name="adj" fmla="val 3121"/>
            </a:avLst>
          </a:prstGeom>
          <a:solidFill>
            <a:srgbClr val="EEF2F8"/>
          </a:solidFill>
          <a:ln w="12700">
            <a:solidFill>
              <a:srgbClr val="EEF2F8"/>
            </a:solidFill>
            <a:prstDash val="solid"/>
          </a:ln>
        </p:spPr>
      </p:sp>
      <p:sp>
        <p:nvSpPr>
          <p:cNvPr id="7" name="Shape 5"/>
          <p:cNvSpPr/>
          <p:nvPr/>
        </p:nvSpPr>
        <p:spPr>
          <a:xfrm>
            <a:off x="822960" y="1920240"/>
            <a:ext cx="502920" cy="502920"/>
          </a:xfrm>
          <a:prstGeom prst="ellipse">
            <a:avLst/>
          </a:prstGeom>
          <a:solidFill>
            <a:srgbClr val="1F3A68"/>
          </a:solidFill>
          <a:ln w="12700">
            <a:solidFill>
              <a:srgbClr val="1F3A68"/>
            </a:solidFill>
            <a:prstDash val="solid"/>
          </a:ln>
        </p:spPr>
      </p:sp>
      <p:sp>
        <p:nvSpPr>
          <p:cNvPr id="8" name="Text 6"/>
          <p:cNvSpPr txBox="1"/>
          <p:nvPr/>
        </p:nvSpPr>
        <p:spPr>
          <a:xfrm>
            <a:off x="822960"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822960" y="2651760"/>
            <a:ext cx="2966618" cy="54864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Khata is everywhere</a:t>
            </a:r>
            <a:endParaRPr lang="en-US" sz="2400" dirty="0"/>
          </a:p>
        </p:txBody>
      </p:sp>
      <p:sp>
        <p:nvSpPr>
          <p:cNvPr id="10" name="Text 8"/>
          <p:cNvSpPr txBox="1"/>
          <p:nvPr/>
        </p:nvSpPr>
        <p:spPr>
          <a:xfrm>
            <a:off x="822960" y="3291840"/>
            <a:ext cx="2966618" cy="2468880"/>
          </a:xfrm>
          <a:prstGeom prst="rect">
            <a:avLst/>
          </a:prstGeom>
          <a:noFill/>
          <a:ln/>
        </p:spPr>
        <p:txBody>
          <a:bodyPr wrap="square" lIns="0" tIns="0" rIns="0" bIns="0" rtlCol="0" anchor="t"/>
          <a:lstStyle/>
          <a:p>
            <a:pPr marL="0" indent="0">
              <a:buNone/>
            </a:pPr>
            <a:r>
              <a:rPr lang="en-US" sz="2000" dirty="0">
                <a:solidFill>
                  <a:srgbClr val="1A1A1A"/>
                </a:solidFill>
                <a:latin typeface="Calibri" pitchFamily="34" charset="0"/>
                <a:ea typeface="Calibri" pitchFamily="34" charset="-122"/>
                <a:cs typeface="Calibri" pitchFamily="34" charset="-120"/>
              </a:rPr>
              <a:t>Kiranas give goods on credit and note it in a paper book. Digital tools raised small-retailer revenue by 9.6% on average [1].</a:t>
            </a:r>
            <a:endParaRPr lang="en-US" sz="2000" dirty="0"/>
          </a:p>
        </p:txBody>
      </p:sp>
      <p:sp>
        <p:nvSpPr>
          <p:cNvPr id="11" name="Shape 9"/>
          <p:cNvSpPr/>
          <p:nvPr/>
        </p:nvSpPr>
        <p:spPr>
          <a:xfrm>
            <a:off x="4338218" y="1691640"/>
            <a:ext cx="3515258" cy="4206240"/>
          </a:xfrm>
          <a:prstGeom prst="roundRect">
            <a:avLst>
              <a:gd name="adj" fmla="val 3121"/>
            </a:avLst>
          </a:prstGeom>
          <a:solidFill>
            <a:srgbClr val="EEF2F8"/>
          </a:solidFill>
          <a:ln w="12700">
            <a:solidFill>
              <a:srgbClr val="EEF2F8"/>
            </a:solidFill>
            <a:prstDash val="solid"/>
          </a:ln>
        </p:spPr>
      </p:sp>
      <p:sp>
        <p:nvSpPr>
          <p:cNvPr id="12" name="Shape 10"/>
          <p:cNvSpPr/>
          <p:nvPr/>
        </p:nvSpPr>
        <p:spPr>
          <a:xfrm>
            <a:off x="4612538" y="1920240"/>
            <a:ext cx="502920" cy="502920"/>
          </a:xfrm>
          <a:prstGeom prst="ellipse">
            <a:avLst/>
          </a:prstGeom>
          <a:solidFill>
            <a:srgbClr val="1F3A68"/>
          </a:solidFill>
          <a:ln w="12700">
            <a:solidFill>
              <a:srgbClr val="1F3A68"/>
            </a:solidFill>
            <a:prstDash val="solid"/>
          </a:ln>
        </p:spPr>
      </p:sp>
      <p:sp>
        <p:nvSpPr>
          <p:cNvPr id="13" name="Text 11"/>
          <p:cNvSpPr txBox="1"/>
          <p:nvPr/>
        </p:nvSpPr>
        <p:spPr>
          <a:xfrm>
            <a:off x="4612538"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4612538" y="2651760"/>
            <a:ext cx="2966618" cy="54864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Typing is slow</a:t>
            </a:r>
            <a:endParaRPr lang="en-US" sz="2400" dirty="0"/>
          </a:p>
        </p:txBody>
      </p:sp>
      <p:sp>
        <p:nvSpPr>
          <p:cNvPr id="15" name="Text 13"/>
          <p:cNvSpPr txBox="1"/>
          <p:nvPr/>
        </p:nvSpPr>
        <p:spPr>
          <a:xfrm>
            <a:off x="4612538" y="3291840"/>
            <a:ext cx="2966618" cy="2468880"/>
          </a:xfrm>
          <a:prstGeom prst="rect">
            <a:avLst/>
          </a:prstGeom>
          <a:noFill/>
          <a:ln/>
        </p:spPr>
        <p:txBody>
          <a:bodyPr wrap="square" lIns="0" tIns="0" rIns="0" bIns="0" rtlCol="0" anchor="t"/>
          <a:lstStyle/>
          <a:p>
            <a:pPr marL="0" indent="0">
              <a:buNone/>
            </a:pPr>
            <a:r>
              <a:rPr lang="en-US" sz="2000" dirty="0">
                <a:solidFill>
                  <a:srgbClr val="1A1A1A"/>
                </a:solidFill>
                <a:latin typeface="Calibri" pitchFamily="34" charset="0"/>
                <a:ea typeface="Calibri" pitchFamily="34" charset="-122"/>
                <a:cs typeface="Calibri" pitchFamily="34" charset="-120"/>
              </a:rPr>
              <a:t>At a busy counter, finding a name and typing an amount takes time. It is harder for people less comfortable with phones [3].</a:t>
            </a:r>
            <a:endParaRPr lang="en-US" sz="2000" dirty="0"/>
          </a:p>
        </p:txBody>
      </p:sp>
      <p:sp>
        <p:nvSpPr>
          <p:cNvPr id="16" name="Shape 14"/>
          <p:cNvSpPr/>
          <p:nvPr/>
        </p:nvSpPr>
        <p:spPr>
          <a:xfrm>
            <a:off x="8127797" y="1691640"/>
            <a:ext cx="3515258" cy="4206240"/>
          </a:xfrm>
          <a:prstGeom prst="roundRect">
            <a:avLst>
              <a:gd name="adj" fmla="val 3121"/>
            </a:avLst>
          </a:prstGeom>
          <a:solidFill>
            <a:srgbClr val="EEF2F8"/>
          </a:solidFill>
          <a:ln w="12700">
            <a:solidFill>
              <a:srgbClr val="EEF2F8"/>
            </a:solidFill>
            <a:prstDash val="solid"/>
          </a:ln>
        </p:spPr>
      </p:sp>
      <p:sp>
        <p:nvSpPr>
          <p:cNvPr id="17" name="Shape 15"/>
          <p:cNvSpPr/>
          <p:nvPr/>
        </p:nvSpPr>
        <p:spPr>
          <a:xfrm>
            <a:off x="8402117" y="1920240"/>
            <a:ext cx="502920" cy="502920"/>
          </a:xfrm>
          <a:prstGeom prst="ellipse">
            <a:avLst/>
          </a:prstGeom>
          <a:solidFill>
            <a:srgbClr val="1F3A68"/>
          </a:solidFill>
          <a:ln w="12700">
            <a:solidFill>
              <a:srgbClr val="1F3A68"/>
            </a:solidFill>
            <a:prstDash val="solid"/>
          </a:ln>
        </p:spPr>
      </p:sp>
      <p:sp>
        <p:nvSpPr>
          <p:cNvPr id="18" name="Text 16"/>
          <p:cNvSpPr txBox="1"/>
          <p:nvPr/>
        </p:nvSpPr>
        <p:spPr>
          <a:xfrm>
            <a:off x="8402117"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8402117" y="2651760"/>
            <a:ext cx="2966618" cy="54864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Voice is natural</a:t>
            </a:r>
            <a:endParaRPr lang="en-US" sz="2400" dirty="0"/>
          </a:p>
        </p:txBody>
      </p:sp>
      <p:sp>
        <p:nvSpPr>
          <p:cNvPr id="20" name="Text 18"/>
          <p:cNvSpPr txBox="1"/>
          <p:nvPr/>
        </p:nvSpPr>
        <p:spPr>
          <a:xfrm>
            <a:off x="8402117" y="3291840"/>
            <a:ext cx="2966618" cy="2468880"/>
          </a:xfrm>
          <a:prstGeom prst="rect">
            <a:avLst/>
          </a:prstGeom>
          <a:noFill/>
          <a:ln/>
        </p:spPr>
        <p:txBody>
          <a:bodyPr wrap="square" lIns="0" tIns="0" rIns="0" bIns="0" rtlCol="0" anchor="t"/>
          <a:lstStyle/>
          <a:p>
            <a:pPr marL="0" indent="0">
              <a:buNone/>
            </a:pPr>
            <a:r>
              <a:rPr lang="en-US" sz="2000" dirty="0">
                <a:solidFill>
                  <a:srgbClr val="1A1A1A"/>
                </a:solidFill>
                <a:latin typeface="Calibri" pitchFamily="34" charset="0"/>
                <a:ea typeface="Calibri" pitchFamily="34" charset="-122"/>
                <a:cs typeface="Calibri" pitchFamily="34" charset="-120"/>
              </a:rPr>
              <a:t>Low-literacy users in India prefer voice over text [3], [4]. Whisper now works in Hindi and Marathi [5].</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INTRODUCTION</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Problem statement</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4 / 16</a:t>
            </a:r>
            <a:endParaRPr lang="en-US" sz="1200" dirty="0"/>
          </a:p>
        </p:txBody>
      </p:sp>
      <p:sp>
        <p:nvSpPr>
          <p:cNvPr id="6" name="Shape 4"/>
          <p:cNvSpPr/>
          <p:nvPr/>
        </p:nvSpPr>
        <p:spPr>
          <a:xfrm>
            <a:off x="548640" y="1645920"/>
            <a:ext cx="11094415" cy="1234440"/>
          </a:xfrm>
          <a:prstGeom prst="roundRect">
            <a:avLst>
              <a:gd name="adj" fmla="val 8889"/>
            </a:avLst>
          </a:prstGeom>
          <a:solidFill>
            <a:srgbClr val="EEF2F8"/>
          </a:solidFill>
          <a:ln w="12700">
            <a:solidFill>
              <a:srgbClr val="EEF2F8"/>
            </a:solidFill>
            <a:prstDash val="solid"/>
          </a:ln>
        </p:spPr>
      </p:sp>
      <p:sp>
        <p:nvSpPr>
          <p:cNvPr id="7" name="Text 5"/>
          <p:cNvSpPr txBox="1"/>
          <p:nvPr/>
        </p:nvSpPr>
        <p:spPr>
          <a:xfrm>
            <a:off x="868680" y="1783080"/>
            <a:ext cx="10454335" cy="1005840"/>
          </a:xfrm>
          <a:prstGeom prst="rect">
            <a:avLst/>
          </a:prstGeom>
          <a:noFill/>
          <a:ln/>
        </p:spPr>
        <p:txBody>
          <a:bodyPr wrap="square" lIns="0" tIns="0" rIns="0" bIns="0" rtlCol="0" anchor="ctr"/>
          <a:lstStyle/>
          <a:p>
            <a:pPr marL="0" indent="0">
              <a:buNone/>
            </a:pPr>
            <a:r>
              <a:rPr lang="en-US" sz="2200" b="1" dirty="0">
                <a:solidFill>
                  <a:srgbClr val="1F3A68"/>
                </a:solidFill>
                <a:latin typeface="Calibri" pitchFamily="34" charset="0"/>
                <a:ea typeface="Calibri" pitchFamily="34" charset="-122"/>
                <a:cs typeface="Calibri" pitchFamily="34" charset="-120"/>
              </a:rPr>
              <a:t>We do not know if an offline speech model on a cheap Android phone can capture the name, amount and type of mixed-language khata entries accurately enough, measured in rupees, and faster than typing.</a:t>
            </a:r>
            <a:endParaRPr lang="en-US" sz="2200" dirty="0"/>
          </a:p>
        </p:txBody>
      </p:sp>
      <p:sp>
        <p:nvSpPr>
          <p:cNvPr id="8" name="Text 6"/>
          <p:cNvSpPr txBox="1"/>
          <p:nvPr/>
        </p:nvSpPr>
        <p:spPr>
          <a:xfrm>
            <a:off x="548640" y="3246120"/>
            <a:ext cx="3515258" cy="45720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No internet</a:t>
            </a:r>
            <a:endParaRPr lang="en-US" sz="2400" dirty="0"/>
          </a:p>
        </p:txBody>
      </p:sp>
      <p:sp>
        <p:nvSpPr>
          <p:cNvPr id="9" name="Text 7"/>
          <p:cNvSpPr txBox="1"/>
          <p:nvPr/>
        </p:nvSpPr>
        <p:spPr>
          <a:xfrm>
            <a:off x="548640" y="3794760"/>
            <a:ext cx="3515258" cy="2011680"/>
          </a:xfrm>
          <a:prstGeom prst="rect">
            <a:avLst/>
          </a:prstGeom>
          <a:noFill/>
          <a:ln/>
        </p:spPr>
        <p:txBody>
          <a:bodyPr wrap="square" lIns="0" tIns="0" rIns="0" bIns="0" rtlCol="0" anchor="t"/>
          <a:lstStyle/>
          <a:p>
            <a:pPr marL="0" indent="0">
              <a:buNone/>
            </a:pPr>
            <a:r>
              <a:rPr lang="en-US" sz="2000" dirty="0">
                <a:solidFill>
                  <a:srgbClr val="1A1A1A"/>
                </a:solidFill>
                <a:latin typeface="Calibri" pitchFamily="34" charset="0"/>
                <a:ea typeface="Calibri" pitchFamily="34" charset="-122"/>
                <a:cs typeface="Calibri" pitchFamily="34" charset="-120"/>
              </a:rPr>
              <a:t>Good speech recognition runs in the cloud. Shops lose signal.</a:t>
            </a:r>
            <a:endParaRPr lang="en-US" sz="2000" dirty="0"/>
          </a:p>
        </p:txBody>
      </p:sp>
      <p:sp>
        <p:nvSpPr>
          <p:cNvPr id="10" name="Text 8"/>
          <p:cNvSpPr txBox="1"/>
          <p:nvPr/>
        </p:nvSpPr>
        <p:spPr>
          <a:xfrm>
            <a:off x="4338218" y="3246120"/>
            <a:ext cx="3515258" cy="45720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Mixed languages</a:t>
            </a:r>
            <a:endParaRPr lang="en-US" sz="2400" dirty="0"/>
          </a:p>
        </p:txBody>
      </p:sp>
      <p:sp>
        <p:nvSpPr>
          <p:cNvPr id="11" name="Text 9"/>
          <p:cNvSpPr txBox="1"/>
          <p:nvPr/>
        </p:nvSpPr>
        <p:spPr>
          <a:xfrm>
            <a:off x="4338218" y="3794760"/>
            <a:ext cx="3515258" cy="2011680"/>
          </a:xfrm>
          <a:prstGeom prst="rect">
            <a:avLst/>
          </a:prstGeom>
          <a:noFill/>
          <a:ln/>
        </p:spPr>
        <p:txBody>
          <a:bodyPr wrap="square" lIns="0" tIns="0" rIns="0" bIns="0" rtlCol="0" anchor="t"/>
          <a:lstStyle/>
          <a:p>
            <a:pPr marL="0" indent="0">
              <a:buNone/>
            </a:pPr>
            <a:r>
              <a:rPr lang="en-US" sz="2000" dirty="0">
                <a:solidFill>
                  <a:srgbClr val="1A1A1A"/>
                </a:solidFill>
                <a:latin typeface="Calibri" pitchFamily="34" charset="0"/>
                <a:ea typeface="Calibri" pitchFamily="34" charset="-122"/>
                <a:cs typeface="Calibri" pitchFamily="34" charset="-120"/>
              </a:rPr>
              <a:t>“Ramesh ka 250 ka udhaar add karo”: Hindi, English and Marathi in one line.</a:t>
            </a:r>
            <a:endParaRPr lang="en-US" sz="2000" dirty="0"/>
          </a:p>
        </p:txBody>
      </p:sp>
      <p:sp>
        <p:nvSpPr>
          <p:cNvPr id="12" name="Text 10"/>
          <p:cNvSpPr txBox="1"/>
          <p:nvPr/>
        </p:nvSpPr>
        <p:spPr>
          <a:xfrm>
            <a:off x="8127797" y="3246120"/>
            <a:ext cx="3515258" cy="45720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Money must be exact</a:t>
            </a:r>
            <a:endParaRPr lang="en-US" sz="2400" dirty="0"/>
          </a:p>
        </p:txBody>
      </p:sp>
      <p:sp>
        <p:nvSpPr>
          <p:cNvPr id="13" name="Text 11"/>
          <p:cNvSpPr txBox="1"/>
          <p:nvPr/>
        </p:nvSpPr>
        <p:spPr>
          <a:xfrm>
            <a:off x="8127797" y="3794760"/>
            <a:ext cx="3515258" cy="2011680"/>
          </a:xfrm>
          <a:prstGeom prst="rect">
            <a:avLst/>
          </a:prstGeom>
          <a:noFill/>
          <a:ln/>
        </p:spPr>
        <p:txBody>
          <a:bodyPr wrap="square" lIns="0" tIns="0" rIns="0" bIns="0" rtlCol="0" anchor="t"/>
          <a:lstStyle/>
          <a:p>
            <a:pPr marL="0" indent="0">
              <a:buNone/>
            </a:pPr>
            <a:r>
              <a:rPr lang="en-US" sz="2000" dirty="0">
                <a:solidFill>
                  <a:srgbClr val="1A1A1A"/>
                </a:solidFill>
                <a:latin typeface="Calibri" pitchFamily="34" charset="0"/>
                <a:ea typeface="Calibri" pitchFamily="34" charset="-122"/>
                <a:cs typeface="Calibri" pitchFamily="34" charset="-120"/>
              </a:rPr>
              <a:t>“dhai sau” (250) heard as “do sau” (200) = ₹50 wrong.</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LITERATURE</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Literature survey</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5 / 16</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4277360"/>
        </p:xfrm>
        <a:graphic>
          <a:graphicData uri="http://schemas.openxmlformats.org/drawingml/2006/table">
            <a:tbl>
              <a:tblPr/>
              <a:tblGrid>
                <a:gridCol w="82296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gridCol w="3776472">
                  <a:extLst>
                    <a:ext uri="{9D8B030D-6E8A-4147-A177-3AD203B41FA5}">
                      <a16:colId xmlns:a16="http://schemas.microsoft.com/office/drawing/2014/main" val="20003"/>
                    </a:ext>
                  </a:extLst>
                </a:gridCol>
              </a:tblGrid>
              <a:tr h="0">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Year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Study</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What they did</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What it leaves open for us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extLst>
                  <a:ext uri="{0D108BD9-81ED-4DB2-BD59-A6C34878D82A}">
                    <a16:rowId xmlns:a16="http://schemas.microsoft.com/office/drawing/2014/main" val="10000"/>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2007</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Medhi et al. [3]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Text-free, voice-based UI for low-literacy users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Recorded voice only, no speech recognition</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2020</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Bastianelli et al. [14]</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SLURP: judge spoken commands by extracted details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English only, no money values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extLst>
                  <a:ext uri="{0D108BD9-81ED-4DB2-BD59-A6C34878D82A}">
                    <a16:rowId xmlns:a16="http://schemas.microsoft.com/office/drawing/2014/main" val="10002"/>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2023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Radford et al. [5]</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Whisper, trained on 680,000 h, many languages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General speech, large models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2023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Bhogale et al. [6]</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IndicWhisper, best on 39 of 59 Indian test sets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No shop or khata speech</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extLst>
                  <a:ext uri="{0D108BD9-81ED-4DB2-BD59-A6C34878D82A}">
                    <a16:rowId xmlns:a16="http://schemas.microsoft.com/office/drawing/2014/main" val="10004"/>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2025</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Biswas et al. [10]</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Whisper adapted to Hindi–English mixed speech</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No Marathi, not offline</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2026</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Söhler et al. [19]</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8-bit Whisper-small: 57% smaller, no accuracy loss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English, servers, not phones</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LITERATURE</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Research gap</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6 / 16</a:t>
            </a:r>
            <a:endParaRPr lang="en-US" sz="1200" dirty="0"/>
          </a:p>
        </p:txBody>
      </p:sp>
      <p:sp>
        <p:nvSpPr>
          <p:cNvPr id="6" name="Shape 4"/>
          <p:cNvSpPr/>
          <p:nvPr/>
        </p:nvSpPr>
        <p:spPr>
          <a:xfrm>
            <a:off x="548640" y="1691640"/>
            <a:ext cx="2567864" cy="2011680"/>
          </a:xfrm>
          <a:prstGeom prst="roundRect">
            <a:avLst>
              <a:gd name="adj" fmla="val 5455"/>
            </a:avLst>
          </a:prstGeom>
          <a:solidFill>
            <a:srgbClr val="EEF2F8"/>
          </a:solidFill>
          <a:ln w="12700">
            <a:solidFill>
              <a:srgbClr val="EEF2F8"/>
            </a:solidFill>
            <a:prstDash val="solid"/>
          </a:ln>
        </p:spPr>
      </p:sp>
      <p:sp>
        <p:nvSpPr>
          <p:cNvPr id="7" name="Text 5"/>
          <p:cNvSpPr txBox="1"/>
          <p:nvPr/>
        </p:nvSpPr>
        <p:spPr>
          <a:xfrm>
            <a:off x="777240" y="1828800"/>
            <a:ext cx="2110664" cy="45720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2003–2010</a:t>
            </a:r>
            <a:endParaRPr lang="en-US" sz="2200" dirty="0"/>
          </a:p>
        </p:txBody>
      </p:sp>
      <p:sp>
        <p:nvSpPr>
          <p:cNvPr id="8" name="Text 6"/>
          <p:cNvSpPr txBox="1"/>
          <p:nvPr/>
        </p:nvSpPr>
        <p:spPr>
          <a:xfrm>
            <a:off x="777240" y="2331720"/>
            <a:ext cx="2110664" cy="128016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Voice suits low-literacy users; WER is imperfect</a:t>
            </a:r>
            <a:endParaRPr lang="en-US" sz="1800" dirty="0"/>
          </a:p>
        </p:txBody>
      </p:sp>
      <p:sp>
        <p:nvSpPr>
          <p:cNvPr id="9" name="Shape 7"/>
          <p:cNvSpPr/>
          <p:nvPr/>
        </p:nvSpPr>
        <p:spPr>
          <a:xfrm>
            <a:off x="3153080" y="2560320"/>
            <a:ext cx="201168" cy="274320"/>
          </a:xfrm>
          <a:prstGeom prst="rightArrow">
            <a:avLst/>
          </a:prstGeom>
          <a:solidFill>
            <a:srgbClr val="1F3A68"/>
          </a:solidFill>
          <a:ln w="12700">
            <a:solidFill>
              <a:srgbClr val="1F3A68"/>
            </a:solidFill>
            <a:prstDash val="solid"/>
          </a:ln>
        </p:spPr>
      </p:sp>
      <p:sp>
        <p:nvSpPr>
          <p:cNvPr id="10" name="Shape 8"/>
          <p:cNvSpPr/>
          <p:nvPr/>
        </p:nvSpPr>
        <p:spPr>
          <a:xfrm>
            <a:off x="3390824" y="1691640"/>
            <a:ext cx="2567864" cy="2011680"/>
          </a:xfrm>
          <a:prstGeom prst="roundRect">
            <a:avLst>
              <a:gd name="adj" fmla="val 5455"/>
            </a:avLst>
          </a:prstGeom>
          <a:solidFill>
            <a:srgbClr val="EEF2F8"/>
          </a:solidFill>
          <a:ln w="12700">
            <a:solidFill>
              <a:srgbClr val="EEF2F8"/>
            </a:solidFill>
            <a:prstDash val="solid"/>
          </a:ln>
        </p:spPr>
      </p:sp>
      <p:sp>
        <p:nvSpPr>
          <p:cNvPr id="11" name="Text 9"/>
          <p:cNvSpPr txBox="1"/>
          <p:nvPr/>
        </p:nvSpPr>
        <p:spPr>
          <a:xfrm>
            <a:off x="3619424" y="1828800"/>
            <a:ext cx="2110664" cy="45720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2019–2021</a:t>
            </a:r>
            <a:endParaRPr lang="en-US" sz="2200" dirty="0"/>
          </a:p>
        </p:txBody>
      </p:sp>
      <p:sp>
        <p:nvSpPr>
          <p:cNvPr id="12" name="Text 10"/>
          <p:cNvSpPr txBox="1"/>
          <p:nvPr/>
        </p:nvSpPr>
        <p:spPr>
          <a:xfrm>
            <a:off x="3619424" y="2331720"/>
            <a:ext cx="2110664" cy="128016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Mixed Indian speech is hard; judge by details</a:t>
            </a:r>
            <a:endParaRPr lang="en-US" sz="1800" dirty="0"/>
          </a:p>
        </p:txBody>
      </p:sp>
      <p:sp>
        <p:nvSpPr>
          <p:cNvPr id="13" name="Shape 11"/>
          <p:cNvSpPr/>
          <p:nvPr/>
        </p:nvSpPr>
        <p:spPr>
          <a:xfrm>
            <a:off x="5995264" y="2560320"/>
            <a:ext cx="201168" cy="274320"/>
          </a:xfrm>
          <a:prstGeom prst="rightArrow">
            <a:avLst/>
          </a:prstGeom>
          <a:solidFill>
            <a:srgbClr val="1F3A68"/>
          </a:solidFill>
          <a:ln w="12700">
            <a:solidFill>
              <a:srgbClr val="1F3A68"/>
            </a:solidFill>
            <a:prstDash val="solid"/>
          </a:ln>
        </p:spPr>
      </p:sp>
      <p:sp>
        <p:nvSpPr>
          <p:cNvPr id="14" name="Shape 12"/>
          <p:cNvSpPr/>
          <p:nvPr/>
        </p:nvSpPr>
        <p:spPr>
          <a:xfrm>
            <a:off x="6233008" y="1691640"/>
            <a:ext cx="2567864" cy="2011680"/>
          </a:xfrm>
          <a:prstGeom prst="roundRect">
            <a:avLst>
              <a:gd name="adj" fmla="val 5455"/>
            </a:avLst>
          </a:prstGeom>
          <a:solidFill>
            <a:srgbClr val="EEF2F8"/>
          </a:solidFill>
          <a:ln w="12700">
            <a:solidFill>
              <a:srgbClr val="EEF2F8"/>
            </a:solidFill>
            <a:prstDash val="solid"/>
          </a:ln>
        </p:spPr>
      </p:sp>
      <p:sp>
        <p:nvSpPr>
          <p:cNvPr id="15" name="Text 13"/>
          <p:cNvSpPr txBox="1"/>
          <p:nvPr/>
        </p:nvSpPr>
        <p:spPr>
          <a:xfrm>
            <a:off x="6461608" y="1828800"/>
            <a:ext cx="2110664" cy="45720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2022–2024</a:t>
            </a:r>
            <a:endParaRPr lang="en-US" sz="2200" dirty="0"/>
          </a:p>
        </p:txBody>
      </p:sp>
      <p:sp>
        <p:nvSpPr>
          <p:cNvPr id="16" name="Text 14"/>
          <p:cNvSpPr txBox="1"/>
          <p:nvPr/>
        </p:nvSpPr>
        <p:spPr>
          <a:xfrm>
            <a:off x="6461608" y="2331720"/>
            <a:ext cx="2110664" cy="128016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Big multilingual and Indian models</a:t>
            </a:r>
            <a:endParaRPr lang="en-US" sz="1800" dirty="0"/>
          </a:p>
        </p:txBody>
      </p:sp>
      <p:sp>
        <p:nvSpPr>
          <p:cNvPr id="17" name="Shape 15"/>
          <p:cNvSpPr/>
          <p:nvPr/>
        </p:nvSpPr>
        <p:spPr>
          <a:xfrm>
            <a:off x="8837447" y="2560320"/>
            <a:ext cx="201168" cy="274320"/>
          </a:xfrm>
          <a:prstGeom prst="rightArrow">
            <a:avLst/>
          </a:prstGeom>
          <a:solidFill>
            <a:srgbClr val="1F3A68"/>
          </a:solidFill>
          <a:ln w="12700">
            <a:solidFill>
              <a:srgbClr val="1F3A68"/>
            </a:solidFill>
            <a:prstDash val="solid"/>
          </a:ln>
        </p:spPr>
      </p:sp>
      <p:sp>
        <p:nvSpPr>
          <p:cNvPr id="18" name="Shape 16"/>
          <p:cNvSpPr/>
          <p:nvPr/>
        </p:nvSpPr>
        <p:spPr>
          <a:xfrm>
            <a:off x="9075191" y="1691640"/>
            <a:ext cx="2567864" cy="2011680"/>
          </a:xfrm>
          <a:prstGeom prst="roundRect">
            <a:avLst>
              <a:gd name="adj" fmla="val 5455"/>
            </a:avLst>
          </a:prstGeom>
          <a:solidFill>
            <a:srgbClr val="EEF2F8"/>
          </a:solidFill>
          <a:ln w="12700">
            <a:solidFill>
              <a:srgbClr val="EEF2F8"/>
            </a:solidFill>
            <a:prstDash val="solid"/>
          </a:ln>
        </p:spPr>
      </p:sp>
      <p:sp>
        <p:nvSpPr>
          <p:cNvPr id="19" name="Text 17"/>
          <p:cNvSpPr txBox="1"/>
          <p:nvPr/>
        </p:nvSpPr>
        <p:spPr>
          <a:xfrm>
            <a:off x="9303791" y="1828800"/>
            <a:ext cx="2110664" cy="45720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2025–2026</a:t>
            </a:r>
            <a:endParaRPr lang="en-US" sz="2200" dirty="0"/>
          </a:p>
        </p:txBody>
      </p:sp>
      <p:sp>
        <p:nvSpPr>
          <p:cNvPr id="20" name="Text 18"/>
          <p:cNvSpPr txBox="1"/>
          <p:nvPr/>
        </p:nvSpPr>
        <p:spPr>
          <a:xfrm>
            <a:off x="9303791" y="2331720"/>
            <a:ext cx="2110664" cy="128016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Whisper shrunk and tuned for Indian speech</a:t>
            </a:r>
            <a:endParaRPr lang="en-US" sz="1800" dirty="0"/>
          </a:p>
        </p:txBody>
      </p:sp>
      <p:sp>
        <p:nvSpPr>
          <p:cNvPr id="21" name="Shape 19"/>
          <p:cNvSpPr/>
          <p:nvPr/>
        </p:nvSpPr>
        <p:spPr>
          <a:xfrm>
            <a:off x="548640" y="4069080"/>
            <a:ext cx="11094415" cy="1920240"/>
          </a:xfrm>
          <a:prstGeom prst="roundRect">
            <a:avLst>
              <a:gd name="adj" fmla="val 5714"/>
            </a:avLst>
          </a:prstGeom>
          <a:solidFill>
            <a:srgbClr val="FFFFFF"/>
          </a:solidFill>
          <a:ln w="25400">
            <a:solidFill>
              <a:srgbClr val="1F3A68"/>
            </a:solidFill>
            <a:prstDash val="solid"/>
          </a:ln>
        </p:spPr>
      </p:sp>
      <p:sp>
        <p:nvSpPr>
          <p:cNvPr id="22" name="Text 20"/>
          <p:cNvSpPr txBox="1"/>
          <p:nvPr/>
        </p:nvSpPr>
        <p:spPr>
          <a:xfrm>
            <a:off x="868680" y="4206240"/>
            <a:ext cx="4572000" cy="45720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Still missing</a:t>
            </a:r>
            <a:endParaRPr lang="en-US" sz="2200" dirty="0"/>
          </a:p>
        </p:txBody>
      </p:sp>
      <p:sp>
        <p:nvSpPr>
          <p:cNvPr id="23" name="Text 21"/>
          <p:cNvSpPr txBox="1"/>
          <p:nvPr/>
        </p:nvSpPr>
        <p:spPr>
          <a:xfrm>
            <a:off x="868680" y="4709160"/>
            <a:ext cx="10454335" cy="12801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No test on short, mixed Hindi–Marathi–English khata commands</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No test of offline recognition on a cheap Android phone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No error measure based on money; WER counts every word the same</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Research question and objectives</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7 / 16</a:t>
            </a:r>
            <a:endParaRPr lang="en-US" sz="1200" dirty="0"/>
          </a:p>
        </p:txBody>
      </p:sp>
      <p:sp>
        <p:nvSpPr>
          <p:cNvPr id="6" name="Shape 4"/>
          <p:cNvSpPr/>
          <p:nvPr/>
        </p:nvSpPr>
        <p:spPr>
          <a:xfrm>
            <a:off x="548640" y="1645920"/>
            <a:ext cx="11094415" cy="1051560"/>
          </a:xfrm>
          <a:prstGeom prst="roundRect">
            <a:avLst>
              <a:gd name="adj" fmla="val 10435"/>
            </a:avLst>
          </a:prstGeom>
          <a:solidFill>
            <a:srgbClr val="EEF2F8"/>
          </a:solidFill>
          <a:ln w="12700">
            <a:solidFill>
              <a:srgbClr val="EEF2F8"/>
            </a:solidFill>
            <a:prstDash val="solid"/>
          </a:ln>
        </p:spPr>
      </p:sp>
      <p:sp>
        <p:nvSpPr>
          <p:cNvPr id="7" name="Text 5"/>
          <p:cNvSpPr txBox="1"/>
          <p:nvPr/>
        </p:nvSpPr>
        <p:spPr>
          <a:xfrm>
            <a:off x="868680" y="1737360"/>
            <a:ext cx="10454335" cy="868680"/>
          </a:xfrm>
          <a:prstGeom prst="rect">
            <a:avLst/>
          </a:prstGeom>
          <a:noFill/>
          <a:ln/>
        </p:spPr>
        <p:txBody>
          <a:bodyPr wrap="square" lIns="0" tIns="0" rIns="0" bIns="0" rtlCol="0" anchor="ctr"/>
          <a:lstStyle/>
          <a:p>
            <a:pPr marL="0" indent="0">
              <a:buNone/>
            </a:pPr>
            <a:r>
              <a:rPr lang="en-US" sz="2200" b="1" dirty="0">
                <a:solidFill>
                  <a:srgbClr val="1F3A68"/>
                </a:solidFill>
                <a:latin typeface="Calibri" pitchFamily="34" charset="0"/>
                <a:ea typeface="Calibri" pitchFamily="34" charset="-122"/>
                <a:cs typeface="Calibri" pitchFamily="34" charset="-120"/>
              </a:rPr>
              <a:t>Can an offline speech model on a low-cost Android phone record mixed-language khata entries with few rupee errors, and faster than typing?</a:t>
            </a:r>
            <a:endParaRPr lang="en-US" sz="2200" dirty="0"/>
          </a:p>
        </p:txBody>
      </p:sp>
      <p:sp>
        <p:nvSpPr>
          <p:cNvPr id="8" name="Shape 6"/>
          <p:cNvSpPr/>
          <p:nvPr/>
        </p:nvSpPr>
        <p:spPr>
          <a:xfrm>
            <a:off x="548640" y="3017520"/>
            <a:ext cx="566928" cy="566928"/>
          </a:xfrm>
          <a:prstGeom prst="ellipse">
            <a:avLst/>
          </a:prstGeom>
          <a:solidFill>
            <a:srgbClr val="1F3A68"/>
          </a:solidFill>
          <a:ln w="12700">
            <a:solidFill>
              <a:srgbClr val="1F3A68"/>
            </a:solidFill>
            <a:prstDash val="solid"/>
          </a:ln>
        </p:spPr>
      </p:sp>
      <p:sp>
        <p:nvSpPr>
          <p:cNvPr id="9" name="Text 7"/>
          <p:cNvSpPr txBox="1"/>
          <p:nvPr/>
        </p:nvSpPr>
        <p:spPr>
          <a:xfrm>
            <a:off x="548640" y="301752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O1</a:t>
            </a:r>
            <a:endParaRPr lang="en-US" sz="2000" dirty="0"/>
          </a:p>
        </p:txBody>
      </p:sp>
      <p:sp>
        <p:nvSpPr>
          <p:cNvPr id="10" name="Text 8"/>
          <p:cNvSpPr txBox="1"/>
          <p:nvPr/>
        </p:nvSpPr>
        <p:spPr>
          <a:xfrm>
            <a:off x="1371600" y="3017520"/>
            <a:ext cx="10271455" cy="566928"/>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Record about 360 khata commands from 12 speakers, with known correct answers</a:t>
            </a:r>
            <a:endParaRPr lang="en-US" sz="2000" dirty="0"/>
          </a:p>
        </p:txBody>
      </p:sp>
      <p:sp>
        <p:nvSpPr>
          <p:cNvPr id="11" name="Shape 9"/>
          <p:cNvSpPr/>
          <p:nvPr/>
        </p:nvSpPr>
        <p:spPr>
          <a:xfrm>
            <a:off x="548640" y="3822192"/>
            <a:ext cx="566928" cy="566928"/>
          </a:xfrm>
          <a:prstGeom prst="ellipse">
            <a:avLst/>
          </a:prstGeom>
          <a:solidFill>
            <a:srgbClr val="1F3A68"/>
          </a:solidFill>
          <a:ln w="12700">
            <a:solidFill>
              <a:srgbClr val="1F3A68"/>
            </a:solidFill>
            <a:prstDash val="solid"/>
          </a:ln>
        </p:spPr>
      </p:sp>
      <p:sp>
        <p:nvSpPr>
          <p:cNvPr id="12" name="Text 10"/>
          <p:cNvSpPr txBox="1"/>
          <p:nvPr/>
        </p:nvSpPr>
        <p:spPr>
          <a:xfrm>
            <a:off x="548640" y="3822192"/>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O2</a:t>
            </a:r>
            <a:endParaRPr lang="en-US" sz="2000" dirty="0"/>
          </a:p>
        </p:txBody>
      </p:sp>
      <p:sp>
        <p:nvSpPr>
          <p:cNvPr id="13" name="Text 11"/>
          <p:cNvSpPr txBox="1"/>
          <p:nvPr/>
        </p:nvSpPr>
        <p:spPr>
          <a:xfrm>
            <a:off x="1371600" y="3822192"/>
            <a:ext cx="10271455" cy="566928"/>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Build offline voice entry in SmartOps; compare it with cloud, with and without a customer-name hint</a:t>
            </a:r>
            <a:endParaRPr lang="en-US" sz="2000" dirty="0"/>
          </a:p>
        </p:txBody>
      </p:sp>
      <p:sp>
        <p:nvSpPr>
          <p:cNvPr id="14" name="Shape 12"/>
          <p:cNvSpPr/>
          <p:nvPr/>
        </p:nvSpPr>
        <p:spPr>
          <a:xfrm>
            <a:off x="548640" y="4626864"/>
            <a:ext cx="566928" cy="566928"/>
          </a:xfrm>
          <a:prstGeom prst="ellipse">
            <a:avLst/>
          </a:prstGeom>
          <a:solidFill>
            <a:srgbClr val="1F3A68"/>
          </a:solidFill>
          <a:ln w="12700">
            <a:solidFill>
              <a:srgbClr val="1F3A68"/>
            </a:solidFill>
            <a:prstDash val="solid"/>
          </a:ln>
        </p:spPr>
      </p:sp>
      <p:sp>
        <p:nvSpPr>
          <p:cNvPr id="15" name="Text 13"/>
          <p:cNvSpPr txBox="1"/>
          <p:nvPr/>
        </p:nvSpPr>
        <p:spPr>
          <a:xfrm>
            <a:off x="548640" y="4626864"/>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O3</a:t>
            </a:r>
            <a:endParaRPr lang="en-US" sz="2000" dirty="0"/>
          </a:p>
        </p:txBody>
      </p:sp>
      <p:sp>
        <p:nvSpPr>
          <p:cNvPr id="16" name="Text 14"/>
          <p:cNvSpPr txBox="1"/>
          <p:nvPr/>
        </p:nvSpPr>
        <p:spPr>
          <a:xfrm>
            <a:off x="1371600" y="4626864"/>
            <a:ext cx="10271455" cy="566928"/>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Measure errors in rupees (Rupee Error Rate) and check how well WER predicts them</a:t>
            </a:r>
            <a:endParaRPr lang="en-US" sz="2000" dirty="0"/>
          </a:p>
        </p:txBody>
      </p:sp>
      <p:sp>
        <p:nvSpPr>
          <p:cNvPr id="17" name="Shape 15"/>
          <p:cNvSpPr/>
          <p:nvPr/>
        </p:nvSpPr>
        <p:spPr>
          <a:xfrm>
            <a:off x="548640" y="5431536"/>
            <a:ext cx="566928" cy="566928"/>
          </a:xfrm>
          <a:prstGeom prst="ellipse">
            <a:avLst/>
          </a:prstGeom>
          <a:solidFill>
            <a:srgbClr val="1F3A68"/>
          </a:solidFill>
          <a:ln w="12700">
            <a:solidFill>
              <a:srgbClr val="1F3A68"/>
            </a:solidFill>
            <a:prstDash val="solid"/>
          </a:ln>
        </p:spPr>
      </p:sp>
      <p:sp>
        <p:nvSpPr>
          <p:cNvPr id="18" name="Text 16"/>
          <p:cNvSpPr txBox="1"/>
          <p:nvPr/>
        </p:nvSpPr>
        <p:spPr>
          <a:xfrm>
            <a:off x="548640" y="5431536"/>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O4</a:t>
            </a:r>
            <a:endParaRPr lang="en-US" sz="2000" dirty="0"/>
          </a:p>
        </p:txBody>
      </p:sp>
      <p:sp>
        <p:nvSpPr>
          <p:cNvPr id="19" name="Text 17"/>
          <p:cNvSpPr txBox="1"/>
          <p:nvPr/>
        </p:nvSpPr>
        <p:spPr>
          <a:xfrm>
            <a:off x="1371600" y="5431536"/>
            <a:ext cx="10271455" cy="566928"/>
          </a:xfrm>
          <a:prstGeom prst="rect">
            <a:avLst/>
          </a:prstGeom>
          <a:noFill/>
          <a:ln/>
        </p:spPr>
        <p:txBody>
          <a:bodyPr wrap="square" lIns="0" tIns="0" rIns="0" bIns="0" rtlCol="0" anchor="ctr"/>
          <a:lstStyle/>
          <a:p>
            <a:pPr marL="0" indent="0">
              <a:buNone/>
            </a:pPr>
            <a:r>
              <a:rPr lang="en-US" sz="2000" dirty="0">
                <a:solidFill>
                  <a:srgbClr val="1A1A1A"/>
                </a:solidFill>
                <a:latin typeface="Calibri" pitchFamily="34" charset="0"/>
                <a:ea typeface="Calibri" pitchFamily="34" charset="-122"/>
                <a:cs typeface="Calibri" pitchFamily="34" charset="-120"/>
              </a:rPr>
              <a:t>Compare voice with typing: time per entry and SUS usability score (10 people)</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Proposed methodology: how voice entry works</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8 / 16</a:t>
            </a:r>
            <a:endParaRPr lang="en-US" sz="1200" dirty="0"/>
          </a:p>
        </p:txBody>
      </p:sp>
      <p:pic>
        <p:nvPicPr>
          <p:cNvPr id="6" name="Image 0" descr="C:\Users\Shubhan\OneDrive\Desktop\capstone\docs\research\figures\p2_pipeline.png"/>
          <p:cNvPicPr>
            <a:picLocks noChangeAspect="1"/>
          </p:cNvPicPr>
          <p:nvPr/>
        </p:nvPicPr>
        <p:blipFill>
          <a:blip r:embed="rId3"/>
          <a:stretch>
            <a:fillRect/>
          </a:stretch>
        </p:blipFill>
        <p:spPr>
          <a:xfrm>
            <a:off x="1843888" y="1463040"/>
            <a:ext cx="8503920" cy="4087052"/>
          </a:xfrm>
          <a:prstGeom prst="rect">
            <a:avLst/>
          </a:prstGeom>
        </p:spPr>
      </p:pic>
      <p:sp>
        <p:nvSpPr>
          <p:cNvPr id="7" name="Text 4"/>
          <p:cNvSpPr txBox="1"/>
          <p:nvPr/>
        </p:nvSpPr>
        <p:spPr>
          <a:xfrm>
            <a:off x="548640" y="5760720"/>
            <a:ext cx="11094415" cy="411480"/>
          </a:xfrm>
          <a:prstGeom prst="rect">
            <a:avLst/>
          </a:prstGeom>
          <a:noFill/>
          <a:ln/>
        </p:spPr>
        <p:txBody>
          <a:bodyPr wrap="square" lIns="0" tIns="0" rIns="0" bIns="0" rtlCol="0" anchor="t"/>
          <a:lstStyle/>
          <a:p>
            <a:pPr marL="0" indent="0" algn="ctr">
              <a:buNone/>
            </a:pPr>
            <a:r>
              <a:rPr lang="en-US" sz="1800" i="1" dirty="0">
                <a:solidFill>
                  <a:srgbClr val="5F6368"/>
                </a:solidFill>
                <a:latin typeface="Calibri" pitchFamily="34" charset="0"/>
                <a:ea typeface="Calibri" pitchFamily="34" charset="-122"/>
                <a:cs typeface="Calibri" pitchFamily="34" charset="-120"/>
              </a:rPr>
              <a:t>Example: “Sunanda tai ne saade teen hazaar jama kele” → Sunanda Patil · ₹3,500 · Repayment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Conceptual framework: what we change, what we measure</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9 / 16</a:t>
            </a:r>
            <a:endParaRPr lang="en-US" sz="1200" dirty="0"/>
          </a:p>
        </p:txBody>
      </p:sp>
      <p:sp>
        <p:nvSpPr>
          <p:cNvPr id="6" name="Shape 4"/>
          <p:cNvSpPr/>
          <p:nvPr/>
        </p:nvSpPr>
        <p:spPr>
          <a:xfrm>
            <a:off x="548640" y="1600200"/>
            <a:ext cx="4480560" cy="2331720"/>
          </a:xfrm>
          <a:prstGeom prst="roundRect">
            <a:avLst>
              <a:gd name="adj" fmla="val 4706"/>
            </a:avLst>
          </a:prstGeom>
          <a:solidFill>
            <a:srgbClr val="EEF2F8"/>
          </a:solidFill>
          <a:ln w="12700">
            <a:solidFill>
              <a:srgbClr val="EEF2F8"/>
            </a:solidFill>
            <a:prstDash val="solid"/>
          </a:ln>
        </p:spPr>
      </p:sp>
      <p:sp>
        <p:nvSpPr>
          <p:cNvPr id="7" name="Text 5"/>
          <p:cNvSpPr txBox="1"/>
          <p:nvPr/>
        </p:nvSpPr>
        <p:spPr>
          <a:xfrm>
            <a:off x="822960" y="1764792"/>
            <a:ext cx="3931920" cy="41148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Speech setup (independent)</a:t>
            </a:r>
            <a:endParaRPr lang="en-US" sz="2200" dirty="0"/>
          </a:p>
        </p:txBody>
      </p:sp>
      <p:sp>
        <p:nvSpPr>
          <p:cNvPr id="8" name="Text 6"/>
          <p:cNvSpPr txBox="1"/>
          <p:nvPr/>
        </p:nvSpPr>
        <p:spPr>
          <a:xfrm>
            <a:off x="822960" y="2286000"/>
            <a:ext cx="3931920" cy="15087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Cloud service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Offline Whisper, 8-bit</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Offline Whisper + name hint</a:t>
            </a:r>
            <a:endParaRPr lang="en-US" sz="2000" dirty="0"/>
          </a:p>
        </p:txBody>
      </p:sp>
      <p:sp>
        <p:nvSpPr>
          <p:cNvPr id="9" name="Shape 7"/>
          <p:cNvSpPr/>
          <p:nvPr/>
        </p:nvSpPr>
        <p:spPr>
          <a:xfrm>
            <a:off x="548640" y="4114800"/>
            <a:ext cx="4480560" cy="1325880"/>
          </a:xfrm>
          <a:prstGeom prst="roundRect">
            <a:avLst>
              <a:gd name="adj" fmla="val 8276"/>
            </a:avLst>
          </a:prstGeom>
          <a:solidFill>
            <a:srgbClr val="EEF2F8"/>
          </a:solidFill>
          <a:ln w="12700">
            <a:solidFill>
              <a:srgbClr val="EEF2F8"/>
            </a:solidFill>
            <a:prstDash val="solid"/>
          </a:ln>
        </p:spPr>
      </p:sp>
      <p:sp>
        <p:nvSpPr>
          <p:cNvPr id="10" name="Text 8"/>
          <p:cNvSpPr txBox="1"/>
          <p:nvPr/>
        </p:nvSpPr>
        <p:spPr>
          <a:xfrm>
            <a:off x="822960" y="4279392"/>
            <a:ext cx="3931920" cy="41148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Input mode (independent)</a:t>
            </a:r>
            <a:endParaRPr lang="en-US" sz="2200" dirty="0"/>
          </a:p>
        </p:txBody>
      </p:sp>
      <p:sp>
        <p:nvSpPr>
          <p:cNvPr id="11" name="Text 9"/>
          <p:cNvSpPr txBox="1"/>
          <p:nvPr/>
        </p:nvSpPr>
        <p:spPr>
          <a:xfrm>
            <a:off x="822960" y="4800600"/>
            <a:ext cx="3931920" cy="50292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Voice vs typing</a:t>
            </a:r>
            <a:endParaRPr lang="en-US" sz="2000" dirty="0"/>
          </a:p>
        </p:txBody>
      </p:sp>
      <p:sp>
        <p:nvSpPr>
          <p:cNvPr id="12" name="Shape 10"/>
          <p:cNvSpPr/>
          <p:nvPr/>
        </p:nvSpPr>
        <p:spPr>
          <a:xfrm>
            <a:off x="7162495" y="1600200"/>
            <a:ext cx="4480560" cy="2331720"/>
          </a:xfrm>
          <a:prstGeom prst="roundRect">
            <a:avLst>
              <a:gd name="adj" fmla="val 4706"/>
            </a:avLst>
          </a:prstGeom>
          <a:solidFill>
            <a:srgbClr val="E6F2EC"/>
          </a:solidFill>
          <a:ln w="12700">
            <a:solidFill>
              <a:srgbClr val="E6F2EC"/>
            </a:solidFill>
            <a:prstDash val="solid"/>
          </a:ln>
        </p:spPr>
      </p:sp>
      <p:sp>
        <p:nvSpPr>
          <p:cNvPr id="13" name="Text 11"/>
          <p:cNvSpPr txBox="1"/>
          <p:nvPr/>
        </p:nvSpPr>
        <p:spPr>
          <a:xfrm>
            <a:off x="7436815" y="1764792"/>
            <a:ext cx="3931920" cy="41148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Accuracy and money (dependent)</a:t>
            </a:r>
            <a:endParaRPr lang="en-US" sz="2200" dirty="0"/>
          </a:p>
        </p:txBody>
      </p:sp>
      <p:sp>
        <p:nvSpPr>
          <p:cNvPr id="14" name="Text 12"/>
          <p:cNvSpPr txBox="1"/>
          <p:nvPr/>
        </p:nvSpPr>
        <p:spPr>
          <a:xfrm>
            <a:off x="7436815" y="2286000"/>
            <a:ext cx="3931920" cy="15087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Whole entry correct (%)</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Rupee Error Rate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Time on phone (s)</a:t>
            </a:r>
            <a:endParaRPr lang="en-US" sz="2000" dirty="0"/>
          </a:p>
        </p:txBody>
      </p:sp>
      <p:sp>
        <p:nvSpPr>
          <p:cNvPr id="15" name="Shape 13"/>
          <p:cNvSpPr/>
          <p:nvPr/>
        </p:nvSpPr>
        <p:spPr>
          <a:xfrm>
            <a:off x="7162495" y="4114800"/>
            <a:ext cx="4480560" cy="1325880"/>
          </a:xfrm>
          <a:prstGeom prst="roundRect">
            <a:avLst>
              <a:gd name="adj" fmla="val 8276"/>
            </a:avLst>
          </a:prstGeom>
          <a:solidFill>
            <a:srgbClr val="E6F2EC"/>
          </a:solidFill>
          <a:ln w="12700">
            <a:solidFill>
              <a:srgbClr val="E6F2EC"/>
            </a:solidFill>
            <a:prstDash val="solid"/>
          </a:ln>
        </p:spPr>
      </p:sp>
      <p:sp>
        <p:nvSpPr>
          <p:cNvPr id="16" name="Text 14"/>
          <p:cNvSpPr txBox="1"/>
          <p:nvPr/>
        </p:nvSpPr>
        <p:spPr>
          <a:xfrm>
            <a:off x="7436815" y="4279392"/>
            <a:ext cx="3931920" cy="41148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Usability (dependent)</a:t>
            </a:r>
            <a:endParaRPr lang="en-US" sz="2200" dirty="0"/>
          </a:p>
        </p:txBody>
      </p:sp>
      <p:sp>
        <p:nvSpPr>
          <p:cNvPr id="17" name="Text 15"/>
          <p:cNvSpPr txBox="1"/>
          <p:nvPr/>
        </p:nvSpPr>
        <p:spPr>
          <a:xfrm>
            <a:off x="7436815" y="4800600"/>
            <a:ext cx="3931920" cy="50292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Time per entry, SUS score</a:t>
            </a:r>
            <a:endParaRPr lang="en-US" sz="2000" dirty="0"/>
          </a:p>
        </p:txBody>
      </p:sp>
      <p:sp>
        <p:nvSpPr>
          <p:cNvPr id="18" name="Shape 16"/>
          <p:cNvSpPr/>
          <p:nvPr/>
        </p:nvSpPr>
        <p:spPr>
          <a:xfrm>
            <a:off x="5212080" y="2606040"/>
            <a:ext cx="1767535" cy="411480"/>
          </a:xfrm>
          <a:prstGeom prst="rightArrow">
            <a:avLst/>
          </a:prstGeom>
          <a:solidFill>
            <a:srgbClr val="1F3A68"/>
          </a:solidFill>
          <a:ln w="12700">
            <a:solidFill>
              <a:srgbClr val="1F3A68"/>
            </a:solidFill>
            <a:prstDash val="solid"/>
          </a:ln>
        </p:spPr>
      </p:sp>
      <p:sp>
        <p:nvSpPr>
          <p:cNvPr id="19" name="Text 17"/>
          <p:cNvSpPr txBox="1"/>
          <p:nvPr/>
        </p:nvSpPr>
        <p:spPr>
          <a:xfrm>
            <a:off x="5212080" y="2103120"/>
            <a:ext cx="1767535" cy="411480"/>
          </a:xfrm>
          <a:prstGeom prst="rect">
            <a:avLst/>
          </a:prstGeom>
          <a:noFill/>
          <a:ln/>
        </p:spPr>
        <p:txBody>
          <a:bodyPr wrap="square" lIns="0" tIns="0" rIns="0" bIns="0" rtlCol="0" anchor="t"/>
          <a:lstStyle/>
          <a:p>
            <a:pPr marL="0" indent="0" algn="ctr">
              <a:buNone/>
            </a:pPr>
            <a:r>
              <a:rPr lang="en-US" sz="2000" b="1" dirty="0">
                <a:solidFill>
                  <a:srgbClr val="1A1A1A"/>
                </a:solidFill>
                <a:latin typeface="Calibri" pitchFamily="34" charset="0"/>
                <a:ea typeface="Calibri" pitchFamily="34" charset="-122"/>
                <a:cs typeface="Calibri" pitchFamily="34" charset="-120"/>
              </a:rPr>
              <a:t>H1, H2, H3</a:t>
            </a:r>
            <a:endParaRPr lang="en-US" sz="2000" dirty="0"/>
          </a:p>
        </p:txBody>
      </p:sp>
      <p:sp>
        <p:nvSpPr>
          <p:cNvPr id="20" name="Shape 18"/>
          <p:cNvSpPr/>
          <p:nvPr/>
        </p:nvSpPr>
        <p:spPr>
          <a:xfrm>
            <a:off x="5212080" y="4572000"/>
            <a:ext cx="1767535" cy="411480"/>
          </a:xfrm>
          <a:prstGeom prst="rightArrow">
            <a:avLst/>
          </a:prstGeom>
          <a:solidFill>
            <a:srgbClr val="1F3A68"/>
          </a:solidFill>
          <a:ln w="12700">
            <a:solidFill>
              <a:srgbClr val="1F3A68"/>
            </a:solidFill>
            <a:prstDash val="solid"/>
          </a:ln>
        </p:spPr>
      </p:sp>
      <p:sp>
        <p:nvSpPr>
          <p:cNvPr id="21" name="Text 19"/>
          <p:cNvSpPr txBox="1"/>
          <p:nvPr/>
        </p:nvSpPr>
        <p:spPr>
          <a:xfrm>
            <a:off x="5212080" y="4069080"/>
            <a:ext cx="1767535" cy="411480"/>
          </a:xfrm>
          <a:prstGeom prst="rect">
            <a:avLst/>
          </a:prstGeom>
          <a:noFill/>
          <a:ln/>
        </p:spPr>
        <p:txBody>
          <a:bodyPr wrap="square" lIns="0" tIns="0" rIns="0" bIns="0" rtlCol="0" anchor="t"/>
          <a:lstStyle/>
          <a:p>
            <a:pPr marL="0" indent="0" algn="ctr">
              <a:buNone/>
            </a:pPr>
            <a:r>
              <a:rPr lang="en-US" sz="2000" b="1" dirty="0">
                <a:solidFill>
                  <a:srgbClr val="1A1A1A"/>
                </a:solidFill>
                <a:latin typeface="Calibri" pitchFamily="34" charset="0"/>
                <a:ea typeface="Calibri" pitchFamily="34" charset="-122"/>
                <a:cs typeface="Calibri" pitchFamily="34" charset="-120"/>
              </a:rPr>
              <a:t>H4</a:t>
            </a:r>
            <a:endParaRPr lang="en-US" sz="2000" dirty="0"/>
          </a:p>
        </p:txBody>
      </p:sp>
      <p:sp>
        <p:nvSpPr>
          <p:cNvPr id="22" name="Text 20"/>
          <p:cNvSpPr txBox="1"/>
          <p:nvPr/>
        </p:nvSpPr>
        <p:spPr>
          <a:xfrm>
            <a:off x="548640" y="5669280"/>
            <a:ext cx="11094415" cy="457200"/>
          </a:xfrm>
          <a:prstGeom prst="rect">
            <a:avLst/>
          </a:prstGeom>
          <a:noFill/>
          <a:ln/>
        </p:spPr>
        <p:txBody>
          <a:bodyPr wrap="square" lIns="0" tIns="0" rIns="0" bIns="0" rtlCol="0" anchor="t"/>
          <a:lstStyle/>
          <a:p>
            <a:pPr marL="0" indent="0" algn="ctr">
              <a:buNone/>
            </a:pPr>
            <a:r>
              <a:rPr lang="en-US" sz="1800" dirty="0">
                <a:solidFill>
                  <a:srgbClr val="5F6368"/>
                </a:solidFill>
                <a:latin typeface="Calibri" pitchFamily="34" charset="0"/>
                <a:ea typeface="Calibri" pitchFamily="34" charset="-122"/>
                <a:cs typeface="Calibri" pitchFamily="34" charset="-120"/>
              </a:rPr>
              <a:t>May change the results: language (Hindi / Marathi / English / mixed) and quiet room vs shop noise</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OUR STUDY</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Proposed methodology: experiment design</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10 / 16</a:t>
            </a:r>
            <a:endParaRPr lang="en-US" sz="1200" dirty="0"/>
          </a:p>
        </p:txBody>
      </p:sp>
      <p:sp>
        <p:nvSpPr>
          <p:cNvPr id="6" name="Shape 4"/>
          <p:cNvSpPr/>
          <p:nvPr/>
        </p:nvSpPr>
        <p:spPr>
          <a:xfrm>
            <a:off x="548640" y="1600200"/>
            <a:ext cx="3515258" cy="3017520"/>
          </a:xfrm>
          <a:prstGeom prst="roundRect">
            <a:avLst>
              <a:gd name="adj" fmla="val 3636"/>
            </a:avLst>
          </a:prstGeom>
          <a:solidFill>
            <a:srgbClr val="EEF2F8"/>
          </a:solidFill>
          <a:ln w="12700">
            <a:solidFill>
              <a:srgbClr val="EEF2F8"/>
            </a:solidFill>
            <a:prstDash val="solid"/>
          </a:ln>
        </p:spPr>
      </p:sp>
      <p:sp>
        <p:nvSpPr>
          <p:cNvPr id="7" name="Text 5"/>
          <p:cNvSpPr txBox="1"/>
          <p:nvPr/>
        </p:nvSpPr>
        <p:spPr>
          <a:xfrm>
            <a:off x="822960" y="1737360"/>
            <a:ext cx="2966618" cy="731520"/>
          </a:xfrm>
          <a:prstGeom prst="rect">
            <a:avLst/>
          </a:prstGeom>
          <a:noFill/>
          <a:ln/>
        </p:spPr>
        <p:txBody>
          <a:bodyPr wrap="square" lIns="0" tIns="0" rIns="0" bIns="0" rtlCol="0" anchor="t"/>
          <a:lstStyle/>
          <a:p>
            <a:pPr marL="0" indent="0">
              <a:buNone/>
            </a:pPr>
            <a:r>
              <a:rPr lang="en-US" sz="4000" b="1" dirty="0">
                <a:solidFill>
                  <a:srgbClr val="1F3A68"/>
                </a:solidFill>
                <a:latin typeface="Calibri" pitchFamily="34" charset="0"/>
                <a:ea typeface="Calibri" pitchFamily="34" charset="-122"/>
                <a:cs typeface="Calibri" pitchFamily="34" charset="-120"/>
              </a:rPr>
              <a:t>360</a:t>
            </a:r>
            <a:endParaRPr lang="en-US" sz="4000" dirty="0"/>
          </a:p>
        </p:txBody>
      </p:sp>
      <p:sp>
        <p:nvSpPr>
          <p:cNvPr id="8" name="Text 6"/>
          <p:cNvSpPr txBox="1"/>
          <p:nvPr/>
        </p:nvSpPr>
        <p:spPr>
          <a:xfrm>
            <a:off x="822960" y="2468880"/>
            <a:ext cx="2966618" cy="36576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voice clips</a:t>
            </a:r>
            <a:endParaRPr lang="en-US" sz="1800" dirty="0"/>
          </a:p>
        </p:txBody>
      </p:sp>
      <p:sp>
        <p:nvSpPr>
          <p:cNvPr id="9" name="Text 7"/>
          <p:cNvSpPr txBox="1"/>
          <p:nvPr/>
        </p:nvSpPr>
        <p:spPr>
          <a:xfrm>
            <a:off x="822960" y="2880360"/>
            <a:ext cx="2966618" cy="411480"/>
          </a:xfrm>
          <a:prstGeom prst="rect">
            <a:avLst/>
          </a:prstGeom>
          <a:noFill/>
          <a:ln/>
        </p:spPr>
        <p:txBody>
          <a:bodyPr wrap="square" lIns="0" tIns="0" rIns="0" bIns="0" rtlCol="0" anchor="t"/>
          <a:lstStyle/>
          <a:p>
            <a:pPr marL="0" indent="0">
              <a:buNone/>
            </a:pPr>
            <a:r>
              <a:rPr lang="en-US" sz="2200" b="1" dirty="0">
                <a:solidFill>
                  <a:srgbClr val="1A1A1A"/>
                </a:solidFill>
                <a:latin typeface="Calibri" pitchFamily="34" charset="0"/>
                <a:ea typeface="Calibri" pitchFamily="34" charset="-122"/>
                <a:cs typeface="Calibri" pitchFamily="34" charset="-120"/>
              </a:rPr>
              <a:t>A. Test set</a:t>
            </a:r>
            <a:endParaRPr lang="en-US" sz="2200" dirty="0"/>
          </a:p>
        </p:txBody>
      </p:sp>
      <p:sp>
        <p:nvSpPr>
          <p:cNvPr id="10" name="Text 8"/>
          <p:cNvSpPr txBox="1"/>
          <p:nvPr/>
        </p:nvSpPr>
        <p:spPr>
          <a:xfrm>
            <a:off x="822960" y="3337560"/>
            <a:ext cx="2966618" cy="123444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12 speakers × 30 commands: us, friends and 4 shopkeepers. Names are made up; we know every right answer.</a:t>
            </a:r>
            <a:endParaRPr lang="en-US" sz="1800" dirty="0"/>
          </a:p>
        </p:txBody>
      </p:sp>
      <p:sp>
        <p:nvSpPr>
          <p:cNvPr id="11" name="Shape 9"/>
          <p:cNvSpPr/>
          <p:nvPr/>
        </p:nvSpPr>
        <p:spPr>
          <a:xfrm>
            <a:off x="4338218" y="1600200"/>
            <a:ext cx="3515258" cy="3017520"/>
          </a:xfrm>
          <a:prstGeom prst="roundRect">
            <a:avLst>
              <a:gd name="adj" fmla="val 3636"/>
            </a:avLst>
          </a:prstGeom>
          <a:solidFill>
            <a:srgbClr val="EEF2F8"/>
          </a:solidFill>
          <a:ln w="12700">
            <a:solidFill>
              <a:srgbClr val="EEF2F8"/>
            </a:solidFill>
            <a:prstDash val="solid"/>
          </a:ln>
        </p:spPr>
      </p:sp>
      <p:sp>
        <p:nvSpPr>
          <p:cNvPr id="12" name="Text 10"/>
          <p:cNvSpPr txBox="1"/>
          <p:nvPr/>
        </p:nvSpPr>
        <p:spPr>
          <a:xfrm>
            <a:off x="4612538" y="1737360"/>
            <a:ext cx="2966618" cy="731520"/>
          </a:xfrm>
          <a:prstGeom prst="rect">
            <a:avLst/>
          </a:prstGeom>
          <a:noFill/>
          <a:ln/>
        </p:spPr>
        <p:txBody>
          <a:bodyPr wrap="square" lIns="0" tIns="0" rIns="0" bIns="0" rtlCol="0" anchor="t"/>
          <a:lstStyle/>
          <a:p>
            <a:pPr marL="0" indent="0">
              <a:buNone/>
            </a:pPr>
            <a:r>
              <a:rPr lang="en-US" sz="4000" b="1" dirty="0">
                <a:solidFill>
                  <a:srgbClr val="1F3A68"/>
                </a:solidFill>
                <a:latin typeface="Calibri" pitchFamily="34" charset="0"/>
                <a:ea typeface="Calibri" pitchFamily="34" charset="-122"/>
                <a:cs typeface="Calibri" pitchFamily="34" charset="-120"/>
              </a:rPr>
              <a:t>× 3</a:t>
            </a:r>
            <a:endParaRPr lang="en-US" sz="4000" dirty="0"/>
          </a:p>
        </p:txBody>
      </p:sp>
      <p:sp>
        <p:nvSpPr>
          <p:cNvPr id="13" name="Text 11"/>
          <p:cNvSpPr txBox="1"/>
          <p:nvPr/>
        </p:nvSpPr>
        <p:spPr>
          <a:xfrm>
            <a:off x="4612538" y="2468880"/>
            <a:ext cx="2966618" cy="36576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setups per clip</a:t>
            </a:r>
            <a:endParaRPr lang="en-US" sz="1800" dirty="0"/>
          </a:p>
        </p:txBody>
      </p:sp>
      <p:sp>
        <p:nvSpPr>
          <p:cNvPr id="14" name="Text 12"/>
          <p:cNvSpPr txBox="1"/>
          <p:nvPr/>
        </p:nvSpPr>
        <p:spPr>
          <a:xfrm>
            <a:off x="4612538" y="2880360"/>
            <a:ext cx="2966618" cy="411480"/>
          </a:xfrm>
          <a:prstGeom prst="rect">
            <a:avLst/>
          </a:prstGeom>
          <a:noFill/>
          <a:ln/>
        </p:spPr>
        <p:txBody>
          <a:bodyPr wrap="square" lIns="0" tIns="0" rIns="0" bIns="0" rtlCol="0" anchor="t"/>
          <a:lstStyle/>
          <a:p>
            <a:pPr marL="0" indent="0">
              <a:buNone/>
            </a:pPr>
            <a:r>
              <a:rPr lang="en-US" sz="2200" b="1" dirty="0">
                <a:solidFill>
                  <a:srgbClr val="1A1A1A"/>
                </a:solidFill>
                <a:latin typeface="Calibri" pitchFamily="34" charset="0"/>
                <a:ea typeface="Calibri" pitchFamily="34" charset="-122"/>
                <a:cs typeface="Calibri" pitchFamily="34" charset="-120"/>
              </a:rPr>
              <a:t>B. Accuracy test</a:t>
            </a:r>
            <a:endParaRPr lang="en-US" sz="2200" dirty="0"/>
          </a:p>
        </p:txBody>
      </p:sp>
      <p:sp>
        <p:nvSpPr>
          <p:cNvPr id="15" name="Text 13"/>
          <p:cNvSpPr txBox="1"/>
          <p:nvPr/>
        </p:nvSpPr>
        <p:spPr>
          <a:xfrm>
            <a:off x="4612538" y="3337560"/>
            <a:ext cx="2966618" cy="123444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Every clip through cloud, offline and offline + hint. Same speech, fair comparison.</a:t>
            </a:r>
            <a:endParaRPr lang="en-US" sz="1800" dirty="0"/>
          </a:p>
        </p:txBody>
      </p:sp>
      <p:sp>
        <p:nvSpPr>
          <p:cNvPr id="16" name="Shape 14"/>
          <p:cNvSpPr/>
          <p:nvPr/>
        </p:nvSpPr>
        <p:spPr>
          <a:xfrm>
            <a:off x="8127797" y="1600200"/>
            <a:ext cx="3515258" cy="3017520"/>
          </a:xfrm>
          <a:prstGeom prst="roundRect">
            <a:avLst>
              <a:gd name="adj" fmla="val 3636"/>
            </a:avLst>
          </a:prstGeom>
          <a:solidFill>
            <a:srgbClr val="EEF2F8"/>
          </a:solidFill>
          <a:ln w="12700">
            <a:solidFill>
              <a:srgbClr val="EEF2F8"/>
            </a:solidFill>
            <a:prstDash val="solid"/>
          </a:ln>
        </p:spPr>
      </p:sp>
      <p:sp>
        <p:nvSpPr>
          <p:cNvPr id="17" name="Text 15"/>
          <p:cNvSpPr txBox="1"/>
          <p:nvPr/>
        </p:nvSpPr>
        <p:spPr>
          <a:xfrm>
            <a:off x="8402117" y="1737360"/>
            <a:ext cx="2966618" cy="731520"/>
          </a:xfrm>
          <a:prstGeom prst="rect">
            <a:avLst/>
          </a:prstGeom>
          <a:noFill/>
          <a:ln/>
        </p:spPr>
        <p:txBody>
          <a:bodyPr wrap="square" lIns="0" tIns="0" rIns="0" bIns="0" rtlCol="0" anchor="t"/>
          <a:lstStyle/>
          <a:p>
            <a:pPr marL="0" indent="0">
              <a:buNone/>
            </a:pPr>
            <a:r>
              <a:rPr lang="en-US" sz="4000" b="1" dirty="0">
                <a:solidFill>
                  <a:srgbClr val="1F3A68"/>
                </a:solidFill>
                <a:latin typeface="Calibri" pitchFamily="34" charset="0"/>
                <a:ea typeface="Calibri" pitchFamily="34" charset="-122"/>
                <a:cs typeface="Calibri" pitchFamily="34" charset="-120"/>
              </a:rPr>
              <a:t>10</a:t>
            </a:r>
            <a:endParaRPr lang="en-US" sz="4000" dirty="0"/>
          </a:p>
        </p:txBody>
      </p:sp>
      <p:sp>
        <p:nvSpPr>
          <p:cNvPr id="18" name="Text 16"/>
          <p:cNvSpPr txBox="1"/>
          <p:nvPr/>
        </p:nvSpPr>
        <p:spPr>
          <a:xfrm>
            <a:off x="8402117" y="2468880"/>
            <a:ext cx="2966618" cy="36576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people</a:t>
            </a:r>
            <a:endParaRPr lang="en-US" sz="1800" dirty="0"/>
          </a:p>
        </p:txBody>
      </p:sp>
      <p:sp>
        <p:nvSpPr>
          <p:cNvPr id="19" name="Text 17"/>
          <p:cNvSpPr txBox="1"/>
          <p:nvPr/>
        </p:nvSpPr>
        <p:spPr>
          <a:xfrm>
            <a:off x="8402117" y="2880360"/>
            <a:ext cx="2966618" cy="411480"/>
          </a:xfrm>
          <a:prstGeom prst="rect">
            <a:avLst/>
          </a:prstGeom>
          <a:noFill/>
          <a:ln/>
        </p:spPr>
        <p:txBody>
          <a:bodyPr wrap="square" lIns="0" tIns="0" rIns="0" bIns="0" rtlCol="0" anchor="t"/>
          <a:lstStyle/>
          <a:p>
            <a:pPr marL="0" indent="0">
              <a:buNone/>
            </a:pPr>
            <a:r>
              <a:rPr lang="en-US" sz="2200" b="1" dirty="0">
                <a:solidFill>
                  <a:srgbClr val="1A1A1A"/>
                </a:solidFill>
                <a:latin typeface="Calibri" pitchFamily="34" charset="0"/>
                <a:ea typeface="Calibri" pitchFamily="34" charset="-122"/>
                <a:cs typeface="Calibri" pitchFamily="34" charset="-120"/>
              </a:rPr>
              <a:t>C. Usability test</a:t>
            </a:r>
            <a:endParaRPr lang="en-US" sz="2200" dirty="0"/>
          </a:p>
        </p:txBody>
      </p:sp>
      <p:sp>
        <p:nvSpPr>
          <p:cNvPr id="20" name="Text 18"/>
          <p:cNvSpPr txBox="1"/>
          <p:nvPr/>
        </p:nvSpPr>
        <p:spPr>
          <a:xfrm>
            <a:off x="8402117" y="3337560"/>
            <a:ext cx="2966618" cy="1234440"/>
          </a:xfrm>
          <a:prstGeom prst="rect">
            <a:avLst/>
          </a:prstGeom>
          <a:noFill/>
          <a:ln/>
        </p:spPr>
        <p:txBody>
          <a:bodyPr wrap="square" lIns="0" tIns="0" rIns="0" bIns="0" rtlCol="0" anchor="t"/>
          <a:lstStyle/>
          <a:p>
            <a:pPr marL="0" indent="0">
              <a:buNone/>
            </a:pPr>
            <a:r>
              <a:rPr lang="en-US" sz="1800" dirty="0">
                <a:solidFill>
                  <a:srgbClr val="1A1A1A"/>
                </a:solidFill>
                <a:latin typeface="Calibri" pitchFamily="34" charset="0"/>
                <a:ea typeface="Calibri" pitchFamily="34" charset="-122"/>
                <a:cs typeface="Calibri" pitchFamily="34" charset="-120"/>
              </a:rPr>
              <a:t>5 entries by voice, 5 by typing, half start with each. Timed, then a SUS form.</a:t>
            </a:r>
            <a:endParaRPr lang="en-US" sz="1800" dirty="0"/>
          </a:p>
        </p:txBody>
      </p:sp>
      <p:sp>
        <p:nvSpPr>
          <p:cNvPr id="21" name="Text 19"/>
          <p:cNvSpPr txBox="1"/>
          <p:nvPr/>
        </p:nvSpPr>
        <p:spPr>
          <a:xfrm>
            <a:off x="548640" y="4846320"/>
            <a:ext cx="7315200" cy="41148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Why these sizes are enough</a:t>
            </a:r>
            <a:endParaRPr lang="en-US" sz="2200" dirty="0"/>
          </a:p>
        </p:txBody>
      </p:sp>
      <p:sp>
        <p:nvSpPr>
          <p:cNvPr id="22" name="Text 20"/>
          <p:cNvSpPr txBox="1"/>
          <p:nvPr/>
        </p:nvSpPr>
        <p:spPr>
          <a:xfrm>
            <a:off x="548640" y="5303520"/>
            <a:ext cx="11094415" cy="100584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360 paired clips: 80% power to catch a 5–6 point accuracy gap between setups</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10 people, each using both methods: 80% power to catch a large speed difference</a:t>
            </a:r>
            <a:endParaRPr 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KEY IDEA</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Our key idea: the Rupee Error Rate</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11 / 16</a:t>
            </a:r>
            <a:endParaRPr lang="en-US" sz="1200" dirty="0"/>
          </a:p>
        </p:txBody>
      </p:sp>
      <p:sp>
        <p:nvSpPr>
          <p:cNvPr id="6" name="Text 4"/>
          <p:cNvSpPr txBox="1"/>
          <p:nvPr/>
        </p:nvSpPr>
        <p:spPr>
          <a:xfrm>
            <a:off x="548640" y="1554480"/>
            <a:ext cx="6583680" cy="73152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Spoken: “Ramesh ko 250 udhaar”. Each output has 1 of 4 words wrong (WER 25%)</a:t>
            </a:r>
            <a:endParaRPr lang="en-US" sz="1800" dirty="0"/>
          </a:p>
        </p:txBody>
      </p:sp>
      <p:graphicFrame>
        <p:nvGraphicFramePr>
          <p:cNvPr id="7" name="Chart 0"/>
          <p:cNvGraphicFramePr/>
          <p:nvPr/>
        </p:nvGraphicFramePr>
        <p:xfrm>
          <a:off x="548640" y="2240280"/>
          <a:ext cx="6583680" cy="3566160"/>
        </p:xfrm>
        <a:graphic>
          <a:graphicData uri="http://schemas.openxmlformats.org/drawingml/2006/chart">
            <c:chart xmlns:c="http://schemas.openxmlformats.org/drawingml/2006/chart" xmlns:r="http://schemas.openxmlformats.org/officeDocument/2006/relationships" r:id="rId3"/>
          </a:graphicData>
        </a:graphic>
      </p:graphicFrame>
      <p:sp>
        <p:nvSpPr>
          <p:cNvPr id="8" name="Shape 5"/>
          <p:cNvSpPr/>
          <p:nvPr/>
        </p:nvSpPr>
        <p:spPr>
          <a:xfrm>
            <a:off x="7498080" y="1600200"/>
            <a:ext cx="4144975" cy="4297680"/>
          </a:xfrm>
          <a:prstGeom prst="roundRect">
            <a:avLst>
              <a:gd name="adj" fmla="val 2647"/>
            </a:avLst>
          </a:prstGeom>
          <a:solidFill>
            <a:srgbClr val="EEF2F8"/>
          </a:solidFill>
          <a:ln w="12700">
            <a:solidFill>
              <a:srgbClr val="EEF2F8"/>
            </a:solidFill>
            <a:prstDash val="solid"/>
          </a:ln>
        </p:spPr>
      </p:sp>
      <p:sp>
        <p:nvSpPr>
          <p:cNvPr id="9" name="Text 6"/>
          <p:cNvSpPr txBox="1"/>
          <p:nvPr/>
        </p:nvSpPr>
        <p:spPr>
          <a:xfrm>
            <a:off x="7772400" y="1783080"/>
            <a:ext cx="3596335" cy="457200"/>
          </a:xfrm>
          <a:prstGeom prst="rect">
            <a:avLst/>
          </a:prstGeom>
          <a:noFill/>
          <a:ln/>
        </p:spPr>
        <p:txBody>
          <a:bodyPr wrap="square" lIns="0" tIns="0" rIns="0" bIns="0" rtlCol="0" anchor="t"/>
          <a:lstStyle/>
          <a:p>
            <a:pPr marL="0" indent="0">
              <a:buNone/>
            </a:pPr>
            <a:r>
              <a:rPr lang="en-US" sz="2200" b="1" dirty="0">
                <a:solidFill>
                  <a:srgbClr val="1F3A68"/>
                </a:solidFill>
                <a:latin typeface="Calibri" pitchFamily="34" charset="0"/>
                <a:ea typeface="Calibri" pitchFamily="34" charset="-122"/>
                <a:cs typeface="Calibri" pitchFamily="34" charset="-120"/>
              </a:rPr>
              <a:t>Same WER, different damage</a:t>
            </a:r>
            <a:endParaRPr lang="en-US" sz="2200" dirty="0"/>
          </a:p>
        </p:txBody>
      </p:sp>
      <p:sp>
        <p:nvSpPr>
          <p:cNvPr id="10" name="Text 7"/>
          <p:cNvSpPr txBox="1"/>
          <p:nvPr/>
        </p:nvSpPr>
        <p:spPr>
          <a:xfrm>
            <a:off x="7772400" y="2377440"/>
            <a:ext cx="3596335" cy="1737360"/>
          </a:xfrm>
          <a:prstGeom prst="rect">
            <a:avLst/>
          </a:prstGeom>
          <a:noFill/>
          <a:ln/>
        </p:spPr>
        <p:txBody>
          <a:bodyPr wrap="square" lIns="0" tIns="0" rIns="0" bIns="0" rtlCol="0" anchor="t"/>
          <a:lstStyle/>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Wrong amount: the difference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Wrong customer: counts twice</a:t>
            </a:r>
            <a:endParaRPr lang="en-US" sz="2000" dirty="0"/>
          </a:p>
          <a:p>
            <a:pPr marL="228600" indent="-228600">
              <a:spcAft>
                <a:spcPts val="1000"/>
              </a:spcAft>
              <a:buSzPct val="100000"/>
              <a:buChar char="•"/>
            </a:pPr>
            <a:r>
              <a:rPr lang="en-US" sz="2000" dirty="0">
                <a:solidFill>
                  <a:srgbClr val="1A1A1A"/>
                </a:solidFill>
                <a:latin typeface="Calibri" pitchFamily="34" charset="0"/>
                <a:ea typeface="Calibri" pitchFamily="34" charset="-122"/>
                <a:cs typeface="Calibri" pitchFamily="34" charset="-120"/>
              </a:rPr>
              <a:t>Credit ↔ repayment swapped: twice the amount</a:t>
            </a:r>
            <a:endParaRPr lang="en-US" sz="2000" dirty="0"/>
          </a:p>
        </p:txBody>
      </p:sp>
      <p:sp>
        <p:nvSpPr>
          <p:cNvPr id="11" name="Text 8"/>
          <p:cNvSpPr txBox="1"/>
          <p:nvPr/>
        </p:nvSpPr>
        <p:spPr>
          <a:xfrm>
            <a:off x="7772400" y="4251960"/>
            <a:ext cx="3596335" cy="822960"/>
          </a:xfrm>
          <a:prstGeom prst="rect">
            <a:avLst/>
          </a:prstGeom>
          <a:noFill/>
          <a:ln/>
        </p:spPr>
        <p:txBody>
          <a:bodyPr wrap="square" lIns="0" tIns="0" rIns="0" bIns="0" rtlCol="0" anchor="t"/>
          <a:lstStyle/>
          <a:p>
            <a:pPr marL="0" indent="0">
              <a:buNone/>
            </a:pPr>
            <a:r>
              <a:rPr lang="en-US" sz="2200" b="1" dirty="0">
                <a:solidFill>
                  <a:srgbClr val="1A1A1A"/>
                </a:solidFill>
                <a:latin typeface="Calibri" pitchFamily="34" charset="0"/>
                <a:ea typeface="Calibri" pitchFamily="34" charset="-122"/>
                <a:cs typeface="Calibri" pitchFamily="34" charset="-120"/>
              </a:rPr>
              <a:t>RER = ₹ wrongly recorded per 100 entries</a:t>
            </a:r>
            <a:endParaRPr lang="en-US" sz="2200" dirty="0"/>
          </a:p>
        </p:txBody>
      </p:sp>
      <p:sp>
        <p:nvSpPr>
          <p:cNvPr id="12" name="Text 9"/>
          <p:cNvSpPr txBox="1"/>
          <p:nvPr/>
        </p:nvSpPr>
        <p:spPr>
          <a:xfrm>
            <a:off x="7772400" y="5120640"/>
            <a:ext cx="3596335" cy="68580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H3: WER is only a weak guide to money error (Spearman ρ &lt; 0.5)</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OUTCOMES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Expected results (hypotheses, not results)</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12 / 16</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2153920"/>
        </p:xfrm>
        <a:graphic>
          <a:graphicData uri="http://schemas.openxmlformats.org/drawingml/2006/table">
            <a:tbl>
              <a:tblPr/>
              <a:tblGrid>
                <a:gridCol w="731520">
                  <a:extLst>
                    <a:ext uri="{9D8B030D-6E8A-4147-A177-3AD203B41FA5}">
                      <a16:colId xmlns:a16="http://schemas.microsoft.com/office/drawing/2014/main" val="20000"/>
                    </a:ext>
                  </a:extLst>
                </a:gridCol>
                <a:gridCol w="539496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0">
                <a:tc>
                  <a:txBody>
                    <a:bodyPr/>
                    <a:lstStyle/>
                    <a:p>
                      <a:pPr marL="0" indent="0">
                        <a:buNone/>
                      </a:pP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What we expect</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Test</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tc>
                  <a:txBody>
                    <a:bodyPr/>
                    <a:lstStyle/>
                    <a:p>
                      <a:pPr marL="0" indent="0">
                        <a:buNone/>
                      </a:pPr>
                      <a:r>
                        <a:rPr lang="en-US" sz="1800" b="1" dirty="0">
                          <a:solidFill>
                            <a:srgbClr val="FFFFFF"/>
                          </a:solidFill>
                          <a:latin typeface="Calibri" pitchFamily="34" charset="0"/>
                          <a:ea typeface="Calibri" pitchFamily="34" charset="-122"/>
                          <a:cs typeface="Calibri" pitchFamily="34" charset="-120"/>
                        </a:rPr>
                        <a:t>We are wrong if…</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1F3A68"/>
                    </a:solidFill>
                  </a:tcPr>
                </a:tc>
                <a:extLst>
                  <a:ext uri="{0D108BD9-81ED-4DB2-BD59-A6C34878D82A}">
                    <a16:rowId xmlns:a16="http://schemas.microsoft.com/office/drawing/2014/main" val="10000"/>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H1</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Cloud gets more whole entries right than offline, by a small gap</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McNemar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no real difference</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H2</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The customer-name hint improves name accuracy</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McNemar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the hint does not help</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extLst>
                  <a:ext uri="{0D108BD9-81ED-4DB2-BD59-A6C34878D82A}">
                    <a16:rowId xmlns:a16="http://schemas.microsoft.com/office/drawing/2014/main" val="10002"/>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H3</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WER is only a weak guide to rupee error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Spearman</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ρ is 0.5 or more</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0">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H4</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Voice entry is faster than typing</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Wilcoxon</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tc>
                  <a:txBody>
                    <a:bodyPr/>
                    <a:lstStyle/>
                    <a:p>
                      <a:pPr marL="0" indent="0">
                        <a:buNone/>
                      </a:pPr>
                      <a:r>
                        <a:rPr lang="en-US" sz="1800" dirty="0">
                          <a:solidFill>
                            <a:srgbClr val="1A1A1A"/>
                          </a:solidFill>
                          <a:latin typeface="Calibri" pitchFamily="34" charset="0"/>
                          <a:ea typeface="Calibri" pitchFamily="34" charset="-122"/>
                          <a:cs typeface="Calibri" pitchFamily="34" charset="-120"/>
                        </a:rPr>
                        <a:t>typing is as fast or faster</a:t>
                      </a:r>
                      <a:endParaRPr lang="en-US" sz="1800" dirty="0">
                        <a:latin typeface="Calibri" charset="0"/>
                        <a:ea typeface="Calibri" charset="0"/>
                        <a:cs typeface="Calibri" charset="0"/>
                      </a:endParaRPr>
                    </a:p>
                  </a:txBody>
                  <a:tcPr marL="76200" marR="76200" marT="50800" marB="50800" anchor="ctr">
                    <a:lnL w="9525" cap="flat" cmpd="sng" algn="ctr">
                      <a:solidFill>
                        <a:srgbClr val="D5DCE8"/>
                      </a:solidFill>
                      <a:prstDash val="solid"/>
                      <a:round/>
                      <a:headEnd type="none" w="med" len="med"/>
                      <a:tailEnd type="none" w="med" len="med"/>
                    </a:lnL>
                    <a:lnR w="9525" cap="flat" cmpd="sng" algn="ctr">
                      <a:solidFill>
                        <a:srgbClr val="D5DCE8"/>
                      </a:solidFill>
                      <a:prstDash val="solid"/>
                      <a:round/>
                      <a:headEnd type="none" w="med" len="med"/>
                      <a:tailEnd type="none" w="med" len="med"/>
                    </a:lnR>
                    <a:lnT w="9525" cap="flat" cmpd="sng" algn="ctr">
                      <a:solidFill>
                        <a:srgbClr val="D5DCE8"/>
                      </a:solidFill>
                      <a:prstDash val="solid"/>
                      <a:round/>
                      <a:headEnd type="none" w="med" len="med"/>
                      <a:tailEnd type="none" w="med" len="med"/>
                    </a:lnT>
                    <a:lnB w="9525" cap="flat" cmpd="sng" algn="ctr">
                      <a:solidFill>
                        <a:srgbClr val="D5DCE8"/>
                      </a:solidFill>
                      <a:prstDash val="solid"/>
                      <a:round/>
                      <a:headEnd type="none" w="med" len="med"/>
                      <a:tailEnd type="none" w="med" len="med"/>
                    </a:lnB>
                    <a:solidFill>
                      <a:srgbClr val="F6F8FB"/>
                    </a:solidFill>
                  </a:tcPr>
                </a:tc>
                <a:extLst>
                  <a:ext uri="{0D108BD9-81ED-4DB2-BD59-A6C34878D82A}">
                    <a16:rowId xmlns:a16="http://schemas.microsoft.com/office/drawing/2014/main" val="10004"/>
                  </a:ext>
                </a:extLst>
              </a:tr>
            </a:tbl>
          </a:graphicData>
        </a:graphic>
      </p:graphicFrame>
      <p:sp>
        <p:nvSpPr>
          <p:cNvPr id="7" name="Text 4"/>
          <p:cNvSpPr txBox="1"/>
          <p:nvPr/>
        </p:nvSpPr>
        <p:spPr>
          <a:xfrm>
            <a:off x="548640" y="4114800"/>
            <a:ext cx="11094415" cy="1097280"/>
          </a:xfrm>
          <a:prstGeom prst="rect">
            <a:avLst/>
          </a:prstGeom>
          <a:noFill/>
          <a:ln/>
        </p:spPr>
        <p:txBody>
          <a:bodyPr wrap="square" lIns="0" tIns="0" rIns="0" bIns="0" rtlCol="0" anchor="t"/>
          <a:lstStyle/>
          <a:p>
            <a:pPr marL="0" indent="0">
              <a:buNone/>
            </a:pPr>
            <a:r>
              <a:rPr lang="en-US" sz="2000" dirty="0">
                <a:solidFill>
                  <a:srgbClr val="1A1A1A"/>
                </a:solidFill>
                <a:latin typeface="Calibri" pitchFamily="34" charset="0"/>
                <a:ea typeface="Calibri" pitchFamily="34" charset="-122"/>
                <a:cs typeface="Calibri" pitchFamily="34" charset="-120"/>
              </a:rPr>
              <a:t>Most errors are expected in names and number words like “dhai”, “saade”, “paune”. Final output: offline voice entry in SmartOps and a rupee-based accuracy report.</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OUTCOMES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Novelty and IP potential</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13 / 16</a:t>
            </a:r>
            <a:endParaRPr lang="en-US" sz="1200" dirty="0"/>
          </a:p>
        </p:txBody>
      </p:sp>
      <p:sp>
        <p:nvSpPr>
          <p:cNvPr id="6" name="Shape 4"/>
          <p:cNvSpPr/>
          <p:nvPr/>
        </p:nvSpPr>
        <p:spPr>
          <a:xfrm>
            <a:off x="548640" y="1691640"/>
            <a:ext cx="3515258" cy="3108960"/>
          </a:xfrm>
          <a:prstGeom prst="roundRect">
            <a:avLst>
              <a:gd name="adj" fmla="val 3529"/>
            </a:avLst>
          </a:prstGeom>
          <a:solidFill>
            <a:srgbClr val="EEF2F8"/>
          </a:solidFill>
          <a:ln w="12700">
            <a:solidFill>
              <a:srgbClr val="EEF2F8"/>
            </a:solidFill>
            <a:prstDash val="solid"/>
          </a:ln>
        </p:spPr>
      </p:sp>
      <p:sp>
        <p:nvSpPr>
          <p:cNvPr id="7" name="Shape 5"/>
          <p:cNvSpPr/>
          <p:nvPr/>
        </p:nvSpPr>
        <p:spPr>
          <a:xfrm>
            <a:off x="822960" y="1920240"/>
            <a:ext cx="502920" cy="502920"/>
          </a:xfrm>
          <a:prstGeom prst="ellipse">
            <a:avLst/>
          </a:prstGeom>
          <a:solidFill>
            <a:srgbClr val="1F3A68"/>
          </a:solidFill>
          <a:ln w="12700">
            <a:solidFill>
              <a:srgbClr val="1F3A68"/>
            </a:solidFill>
            <a:prstDash val="solid"/>
          </a:ln>
        </p:spPr>
      </p:sp>
      <p:sp>
        <p:nvSpPr>
          <p:cNvPr id="8" name="Text 6"/>
          <p:cNvSpPr txBox="1"/>
          <p:nvPr/>
        </p:nvSpPr>
        <p:spPr>
          <a:xfrm>
            <a:off x="822960"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9" name="Text 7"/>
          <p:cNvSpPr txBox="1"/>
          <p:nvPr/>
        </p:nvSpPr>
        <p:spPr>
          <a:xfrm>
            <a:off x="822960" y="2606040"/>
            <a:ext cx="2966618" cy="54864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Rupee Error Rate</a:t>
            </a:r>
            <a:endParaRPr lang="en-US" sz="2400" dirty="0"/>
          </a:p>
        </p:txBody>
      </p:sp>
      <p:sp>
        <p:nvSpPr>
          <p:cNvPr id="10" name="Text 8"/>
          <p:cNvSpPr txBox="1"/>
          <p:nvPr/>
        </p:nvSpPr>
        <p:spPr>
          <a:xfrm>
            <a:off x="822960" y="3200400"/>
            <a:ext cx="2966618" cy="1554480"/>
          </a:xfrm>
          <a:prstGeom prst="rect">
            <a:avLst/>
          </a:prstGeom>
          <a:noFill/>
          <a:ln/>
        </p:spPr>
        <p:txBody>
          <a:bodyPr wrap="square" lIns="0" tIns="0" rIns="0" bIns="0" rtlCol="0" anchor="t"/>
          <a:lstStyle/>
          <a:p>
            <a:pPr marL="0" indent="0">
              <a:buNone/>
            </a:pPr>
            <a:r>
              <a:rPr lang="en-US" sz="1900" dirty="0">
                <a:solidFill>
                  <a:srgbClr val="1A1A1A"/>
                </a:solidFill>
                <a:latin typeface="Calibri" pitchFamily="34" charset="0"/>
                <a:ea typeface="Calibri" pitchFamily="34" charset="-122"/>
                <a:cs typeface="Calibri" pitchFamily="34" charset="-120"/>
              </a:rPr>
              <a:t>Speech errors scored by the money they put in the wrong place, not by word count</a:t>
            </a:r>
            <a:endParaRPr lang="en-US" sz="1900" dirty="0"/>
          </a:p>
        </p:txBody>
      </p:sp>
      <p:sp>
        <p:nvSpPr>
          <p:cNvPr id="11" name="Shape 9"/>
          <p:cNvSpPr/>
          <p:nvPr/>
        </p:nvSpPr>
        <p:spPr>
          <a:xfrm>
            <a:off x="4338218" y="1691640"/>
            <a:ext cx="3515258" cy="3108960"/>
          </a:xfrm>
          <a:prstGeom prst="roundRect">
            <a:avLst>
              <a:gd name="adj" fmla="val 3529"/>
            </a:avLst>
          </a:prstGeom>
          <a:solidFill>
            <a:srgbClr val="EEF2F8"/>
          </a:solidFill>
          <a:ln w="12700">
            <a:solidFill>
              <a:srgbClr val="EEF2F8"/>
            </a:solidFill>
            <a:prstDash val="solid"/>
          </a:ln>
        </p:spPr>
      </p:sp>
      <p:sp>
        <p:nvSpPr>
          <p:cNvPr id="12" name="Shape 10"/>
          <p:cNvSpPr/>
          <p:nvPr/>
        </p:nvSpPr>
        <p:spPr>
          <a:xfrm>
            <a:off x="4612538" y="1920240"/>
            <a:ext cx="502920" cy="502920"/>
          </a:xfrm>
          <a:prstGeom prst="ellipse">
            <a:avLst/>
          </a:prstGeom>
          <a:solidFill>
            <a:srgbClr val="1F3A68"/>
          </a:solidFill>
          <a:ln w="12700">
            <a:solidFill>
              <a:srgbClr val="1F3A68"/>
            </a:solidFill>
            <a:prstDash val="solid"/>
          </a:ln>
        </p:spPr>
      </p:sp>
      <p:sp>
        <p:nvSpPr>
          <p:cNvPr id="13" name="Text 11"/>
          <p:cNvSpPr txBox="1"/>
          <p:nvPr/>
        </p:nvSpPr>
        <p:spPr>
          <a:xfrm>
            <a:off x="4612538"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Text 12"/>
          <p:cNvSpPr txBox="1"/>
          <p:nvPr/>
        </p:nvSpPr>
        <p:spPr>
          <a:xfrm>
            <a:off x="4612538" y="2606040"/>
            <a:ext cx="2966618" cy="54864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Offline khata test</a:t>
            </a:r>
            <a:endParaRPr lang="en-US" sz="2400" dirty="0"/>
          </a:p>
        </p:txBody>
      </p:sp>
      <p:sp>
        <p:nvSpPr>
          <p:cNvPr id="15" name="Text 13"/>
          <p:cNvSpPr txBox="1"/>
          <p:nvPr/>
        </p:nvSpPr>
        <p:spPr>
          <a:xfrm>
            <a:off x="4612538" y="3200400"/>
            <a:ext cx="2966618" cy="1554480"/>
          </a:xfrm>
          <a:prstGeom prst="rect">
            <a:avLst/>
          </a:prstGeom>
          <a:noFill/>
          <a:ln/>
        </p:spPr>
        <p:txBody>
          <a:bodyPr wrap="square" lIns="0" tIns="0" rIns="0" bIns="0" rtlCol="0" anchor="t"/>
          <a:lstStyle/>
          <a:p>
            <a:pPr marL="0" indent="0">
              <a:buNone/>
            </a:pPr>
            <a:r>
              <a:rPr lang="en-US" sz="1900" dirty="0">
                <a:solidFill>
                  <a:srgbClr val="1A1A1A"/>
                </a:solidFill>
                <a:latin typeface="Calibri" pitchFamily="34" charset="0"/>
                <a:ea typeface="Calibri" pitchFamily="34" charset="-122"/>
                <a:cs typeface="Calibri" pitchFamily="34" charset="-120"/>
              </a:rPr>
              <a:t>First test of mixed Hindi–Marathi–English khata commands on a cheap phone, fully offline</a:t>
            </a:r>
            <a:endParaRPr lang="en-US" sz="1900" dirty="0"/>
          </a:p>
        </p:txBody>
      </p:sp>
      <p:sp>
        <p:nvSpPr>
          <p:cNvPr id="16" name="Shape 14"/>
          <p:cNvSpPr/>
          <p:nvPr/>
        </p:nvSpPr>
        <p:spPr>
          <a:xfrm>
            <a:off x="8127797" y="1691640"/>
            <a:ext cx="3515258" cy="3108960"/>
          </a:xfrm>
          <a:prstGeom prst="roundRect">
            <a:avLst>
              <a:gd name="adj" fmla="val 3529"/>
            </a:avLst>
          </a:prstGeom>
          <a:solidFill>
            <a:srgbClr val="EEF2F8"/>
          </a:solidFill>
          <a:ln w="12700">
            <a:solidFill>
              <a:srgbClr val="EEF2F8"/>
            </a:solidFill>
            <a:prstDash val="solid"/>
          </a:ln>
        </p:spPr>
      </p:sp>
      <p:sp>
        <p:nvSpPr>
          <p:cNvPr id="17" name="Shape 15"/>
          <p:cNvSpPr/>
          <p:nvPr/>
        </p:nvSpPr>
        <p:spPr>
          <a:xfrm>
            <a:off x="8402117" y="1920240"/>
            <a:ext cx="502920" cy="502920"/>
          </a:xfrm>
          <a:prstGeom prst="ellipse">
            <a:avLst/>
          </a:prstGeom>
          <a:solidFill>
            <a:srgbClr val="1F3A68"/>
          </a:solidFill>
          <a:ln w="12700">
            <a:solidFill>
              <a:srgbClr val="1F3A68"/>
            </a:solidFill>
            <a:prstDash val="solid"/>
          </a:ln>
        </p:spPr>
      </p:sp>
      <p:sp>
        <p:nvSpPr>
          <p:cNvPr id="18" name="Text 16"/>
          <p:cNvSpPr txBox="1"/>
          <p:nvPr/>
        </p:nvSpPr>
        <p:spPr>
          <a:xfrm>
            <a:off x="8402117" y="1920240"/>
            <a:ext cx="502920" cy="50292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9" name="Text 17"/>
          <p:cNvSpPr txBox="1"/>
          <p:nvPr/>
        </p:nvSpPr>
        <p:spPr>
          <a:xfrm>
            <a:off x="8402117" y="2606040"/>
            <a:ext cx="2966618" cy="548640"/>
          </a:xfrm>
          <a:prstGeom prst="rect">
            <a:avLst/>
          </a:prstGeom>
          <a:noFill/>
          <a:ln/>
        </p:spPr>
        <p:txBody>
          <a:bodyPr wrap="square" lIns="0" tIns="0" rIns="0" bIns="0" rtlCol="0" anchor="t"/>
          <a:lstStyle/>
          <a:p>
            <a:pPr marL="0" indent="0">
              <a:buNone/>
            </a:pPr>
            <a:r>
              <a:rPr lang="en-US" sz="2400" b="1" dirty="0">
                <a:solidFill>
                  <a:srgbClr val="1A1A1A"/>
                </a:solidFill>
                <a:latin typeface="Calibri" pitchFamily="34" charset="0"/>
                <a:ea typeface="Calibri" pitchFamily="34" charset="-122"/>
                <a:cs typeface="Calibri" pitchFamily="34" charset="-120"/>
              </a:rPr>
              <a:t>Customer-name hint</a:t>
            </a:r>
            <a:endParaRPr lang="en-US" sz="2400" dirty="0"/>
          </a:p>
        </p:txBody>
      </p:sp>
      <p:sp>
        <p:nvSpPr>
          <p:cNvPr id="20" name="Text 18"/>
          <p:cNvSpPr txBox="1"/>
          <p:nvPr/>
        </p:nvSpPr>
        <p:spPr>
          <a:xfrm>
            <a:off x="8402117" y="3200400"/>
            <a:ext cx="2966618" cy="1554480"/>
          </a:xfrm>
          <a:prstGeom prst="rect">
            <a:avLst/>
          </a:prstGeom>
          <a:noFill/>
          <a:ln/>
        </p:spPr>
        <p:txBody>
          <a:bodyPr wrap="square" lIns="0" tIns="0" rIns="0" bIns="0" rtlCol="0" anchor="t"/>
          <a:lstStyle/>
          <a:p>
            <a:pPr marL="0" indent="0">
              <a:buNone/>
            </a:pPr>
            <a:r>
              <a:rPr lang="en-US" sz="1900" dirty="0">
                <a:solidFill>
                  <a:srgbClr val="1A1A1A"/>
                </a:solidFill>
                <a:latin typeface="Calibri" pitchFamily="34" charset="0"/>
                <a:ea typeface="Calibri" pitchFamily="34" charset="-122"/>
                <a:cs typeface="Calibri" pitchFamily="34" charset="-120"/>
              </a:rPr>
              <a:t>Using the shop's own customer list to help the model hear names correctly</a:t>
            </a:r>
            <a:endParaRPr lang="en-US" sz="1900" dirty="0"/>
          </a:p>
        </p:txBody>
      </p:sp>
      <p:sp>
        <p:nvSpPr>
          <p:cNvPr id="21" name="Shape 19"/>
          <p:cNvSpPr/>
          <p:nvPr/>
        </p:nvSpPr>
        <p:spPr>
          <a:xfrm>
            <a:off x="548640" y="5074920"/>
            <a:ext cx="11094415" cy="914400"/>
          </a:xfrm>
          <a:prstGeom prst="roundRect">
            <a:avLst>
              <a:gd name="adj" fmla="val 12000"/>
            </a:avLst>
          </a:prstGeom>
          <a:solidFill>
            <a:srgbClr val="FFFFFF"/>
          </a:solidFill>
          <a:ln w="25400">
            <a:solidFill>
              <a:srgbClr val="1F3A68"/>
            </a:solidFill>
            <a:prstDash val="solid"/>
          </a:ln>
        </p:spPr>
      </p:sp>
      <p:sp>
        <p:nvSpPr>
          <p:cNvPr id="22" name="Text 20"/>
          <p:cNvSpPr txBox="1"/>
          <p:nvPr/>
        </p:nvSpPr>
        <p:spPr>
          <a:xfrm>
            <a:off x="868680" y="5138928"/>
            <a:ext cx="10454335" cy="786384"/>
          </a:xfrm>
          <a:prstGeom prst="rect">
            <a:avLst/>
          </a:prstGeom>
          <a:noFill/>
          <a:ln/>
        </p:spPr>
        <p:txBody>
          <a:bodyPr wrap="square" lIns="0" tIns="0" rIns="0" bIns="0" rtlCol="0" anchor="ctr"/>
          <a:lstStyle/>
          <a:p>
            <a:pPr marL="0" indent="0">
              <a:buNone/>
            </a:pPr>
            <a:r>
              <a:rPr lang="en-US" sz="1900" dirty="0">
                <a:solidFill>
                  <a:srgbClr val="1A1A1A"/>
                </a:solidFill>
                <a:latin typeface="Calibri" pitchFamily="34" charset="0"/>
                <a:ea typeface="Calibri" pitchFamily="34" charset="-122"/>
                <a:cs typeface="Calibri" pitchFamily="34" charset="-120"/>
              </a:rPr>
              <a:t>IP potential: the Rupee Error Rate and the name hint may be protectable. We will check with the VESIT IP cell before any public release.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OUTCOMES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Work plan and budget</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14 / 16</a:t>
            </a:r>
            <a:endParaRPr lang="en-US" sz="1200" dirty="0"/>
          </a:p>
        </p:txBody>
      </p:sp>
      <p:pic>
        <p:nvPicPr>
          <p:cNvPr id="6" name="Image 0" descr="C:\Users\Shubhan\OneDrive\Desktop\capstone\docs\research\figures\p2_gantt_slide.png"/>
          <p:cNvPicPr>
            <a:picLocks noChangeAspect="1"/>
          </p:cNvPicPr>
          <p:nvPr/>
        </p:nvPicPr>
        <p:blipFill>
          <a:blip r:embed="rId3"/>
          <a:stretch>
            <a:fillRect/>
          </a:stretch>
        </p:blipFill>
        <p:spPr>
          <a:xfrm>
            <a:off x="457200" y="1645920"/>
            <a:ext cx="8183880" cy="4064498"/>
          </a:xfrm>
          <a:prstGeom prst="rect">
            <a:avLst/>
          </a:prstGeom>
        </p:spPr>
      </p:pic>
      <p:sp>
        <p:nvSpPr>
          <p:cNvPr id="7" name="Shape 4"/>
          <p:cNvSpPr/>
          <p:nvPr/>
        </p:nvSpPr>
        <p:spPr>
          <a:xfrm>
            <a:off x="8961120" y="1645920"/>
            <a:ext cx="2681935" cy="1280160"/>
          </a:xfrm>
          <a:prstGeom prst="roundRect">
            <a:avLst>
              <a:gd name="adj" fmla="val 8571"/>
            </a:avLst>
          </a:prstGeom>
          <a:solidFill>
            <a:srgbClr val="EEF2F8"/>
          </a:solidFill>
          <a:ln w="12700">
            <a:solidFill>
              <a:srgbClr val="EEF2F8"/>
            </a:solidFill>
            <a:prstDash val="solid"/>
          </a:ln>
        </p:spPr>
      </p:sp>
      <p:sp>
        <p:nvSpPr>
          <p:cNvPr id="8" name="Text 5"/>
          <p:cNvSpPr txBox="1"/>
          <p:nvPr/>
        </p:nvSpPr>
        <p:spPr>
          <a:xfrm>
            <a:off x="9235440" y="1737360"/>
            <a:ext cx="2133295" cy="685800"/>
          </a:xfrm>
          <a:prstGeom prst="rect">
            <a:avLst/>
          </a:prstGeom>
          <a:noFill/>
          <a:ln/>
        </p:spPr>
        <p:txBody>
          <a:bodyPr wrap="square" lIns="0" tIns="0" rIns="0" bIns="0" rtlCol="0" anchor="t"/>
          <a:lstStyle/>
          <a:p>
            <a:pPr marL="0" indent="0">
              <a:buNone/>
            </a:pPr>
            <a:r>
              <a:rPr lang="en-US" sz="3600" b="1" dirty="0">
                <a:solidFill>
                  <a:srgbClr val="1F3A68"/>
                </a:solidFill>
                <a:latin typeface="Calibri" pitchFamily="34" charset="0"/>
                <a:ea typeface="Calibri" pitchFamily="34" charset="-122"/>
                <a:cs typeface="Calibri" pitchFamily="34" charset="-120"/>
              </a:rPr>
              <a:t>12</a:t>
            </a:r>
            <a:endParaRPr lang="en-US" sz="3600" dirty="0"/>
          </a:p>
        </p:txBody>
      </p:sp>
      <p:sp>
        <p:nvSpPr>
          <p:cNvPr id="9" name="Text 6"/>
          <p:cNvSpPr txBox="1"/>
          <p:nvPr/>
        </p:nvSpPr>
        <p:spPr>
          <a:xfrm>
            <a:off x="9235440" y="2423160"/>
            <a:ext cx="2133295" cy="41148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weeks, from approval</a:t>
            </a:r>
            <a:endParaRPr lang="en-US" sz="1800" dirty="0"/>
          </a:p>
        </p:txBody>
      </p:sp>
      <p:sp>
        <p:nvSpPr>
          <p:cNvPr id="10" name="Shape 7"/>
          <p:cNvSpPr/>
          <p:nvPr/>
        </p:nvSpPr>
        <p:spPr>
          <a:xfrm>
            <a:off x="8961120" y="3108960"/>
            <a:ext cx="2681935" cy="1280160"/>
          </a:xfrm>
          <a:prstGeom prst="roundRect">
            <a:avLst>
              <a:gd name="adj" fmla="val 8571"/>
            </a:avLst>
          </a:prstGeom>
          <a:solidFill>
            <a:srgbClr val="EEF2F8"/>
          </a:solidFill>
          <a:ln w="12700">
            <a:solidFill>
              <a:srgbClr val="EEF2F8"/>
            </a:solidFill>
            <a:prstDash val="solid"/>
          </a:ln>
        </p:spPr>
      </p:sp>
      <p:sp>
        <p:nvSpPr>
          <p:cNvPr id="11" name="Text 8"/>
          <p:cNvSpPr txBox="1"/>
          <p:nvPr/>
        </p:nvSpPr>
        <p:spPr>
          <a:xfrm>
            <a:off x="9235440" y="3200400"/>
            <a:ext cx="2133295" cy="685800"/>
          </a:xfrm>
          <a:prstGeom prst="rect">
            <a:avLst/>
          </a:prstGeom>
          <a:noFill/>
          <a:ln/>
        </p:spPr>
        <p:txBody>
          <a:bodyPr wrap="square" lIns="0" tIns="0" rIns="0" bIns="0" rtlCol="0" anchor="t"/>
          <a:lstStyle/>
          <a:p>
            <a:pPr marL="0" indent="0">
              <a:buNone/>
            </a:pPr>
            <a:r>
              <a:rPr lang="en-US" sz="3600" b="1" dirty="0">
                <a:solidFill>
                  <a:srgbClr val="1F3A68"/>
                </a:solidFill>
                <a:latin typeface="Calibri" pitchFamily="34" charset="0"/>
                <a:ea typeface="Calibri" pitchFamily="34" charset="-122"/>
                <a:cs typeface="Calibri" pitchFamily="34" charset="-120"/>
              </a:rPr>
              <a:t>₹11,000</a:t>
            </a:r>
            <a:endParaRPr lang="en-US" sz="3600" dirty="0"/>
          </a:p>
        </p:txBody>
      </p:sp>
      <p:sp>
        <p:nvSpPr>
          <p:cNvPr id="12" name="Text 9"/>
          <p:cNvSpPr txBox="1"/>
          <p:nvPr/>
        </p:nvSpPr>
        <p:spPr>
          <a:xfrm>
            <a:off x="9235440" y="3886200"/>
            <a:ext cx="2133295" cy="41148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total budget</a:t>
            </a:r>
            <a:endParaRPr lang="en-US" sz="1800" dirty="0"/>
          </a:p>
        </p:txBody>
      </p:sp>
      <p:sp>
        <p:nvSpPr>
          <p:cNvPr id="13" name="Shape 10"/>
          <p:cNvSpPr/>
          <p:nvPr/>
        </p:nvSpPr>
        <p:spPr>
          <a:xfrm>
            <a:off x="8961120" y="4572000"/>
            <a:ext cx="2681935" cy="1280160"/>
          </a:xfrm>
          <a:prstGeom prst="roundRect">
            <a:avLst>
              <a:gd name="adj" fmla="val 8571"/>
            </a:avLst>
          </a:prstGeom>
          <a:solidFill>
            <a:srgbClr val="EEF2F8"/>
          </a:solidFill>
          <a:ln w="12700">
            <a:solidFill>
              <a:srgbClr val="EEF2F8"/>
            </a:solidFill>
            <a:prstDash val="solid"/>
          </a:ln>
        </p:spPr>
      </p:sp>
      <p:sp>
        <p:nvSpPr>
          <p:cNvPr id="14" name="Text 11"/>
          <p:cNvSpPr txBox="1"/>
          <p:nvPr/>
        </p:nvSpPr>
        <p:spPr>
          <a:xfrm>
            <a:off x="9235440" y="4663440"/>
            <a:ext cx="2133295" cy="685800"/>
          </a:xfrm>
          <a:prstGeom prst="rect">
            <a:avLst/>
          </a:prstGeom>
          <a:noFill/>
          <a:ln/>
        </p:spPr>
        <p:txBody>
          <a:bodyPr wrap="square" lIns="0" tIns="0" rIns="0" bIns="0" rtlCol="0" anchor="t"/>
          <a:lstStyle/>
          <a:p>
            <a:pPr marL="0" indent="0">
              <a:buNone/>
            </a:pPr>
            <a:r>
              <a:rPr lang="en-US" sz="3600" b="1" dirty="0">
                <a:solidFill>
                  <a:srgbClr val="1F3A68"/>
                </a:solidFill>
                <a:latin typeface="Calibri" pitchFamily="34" charset="0"/>
                <a:ea typeface="Calibri" pitchFamily="34" charset="-122"/>
                <a:cs typeface="Calibri" pitchFamily="34" charset="-120"/>
              </a:rPr>
              <a:t>360</a:t>
            </a:r>
            <a:endParaRPr lang="en-US" sz="3600" dirty="0"/>
          </a:p>
        </p:txBody>
      </p:sp>
      <p:sp>
        <p:nvSpPr>
          <p:cNvPr id="15" name="Text 12"/>
          <p:cNvSpPr txBox="1"/>
          <p:nvPr/>
        </p:nvSpPr>
        <p:spPr>
          <a:xfrm>
            <a:off x="9235440" y="5349240"/>
            <a:ext cx="2133295" cy="411480"/>
          </a:xfrm>
          <a:prstGeom prst="rect">
            <a:avLst/>
          </a:prstGeom>
          <a:noFill/>
          <a:ln/>
        </p:spPr>
        <p:txBody>
          <a:bodyPr wrap="square" lIns="0" tIns="0" rIns="0" bIns="0" rtlCol="0" anchor="t"/>
          <a:lstStyle/>
          <a:p>
            <a:pPr marL="0" indent="0">
              <a:buNone/>
            </a:pPr>
            <a:r>
              <a:rPr lang="en-US" sz="1800" dirty="0">
                <a:solidFill>
                  <a:srgbClr val="5F6368"/>
                </a:solidFill>
                <a:latin typeface="Calibri" pitchFamily="34" charset="0"/>
                <a:ea typeface="Calibri" pitchFamily="34" charset="-122"/>
                <a:cs typeface="Calibri" pitchFamily="34" charset="-120"/>
              </a:rPr>
              <a:t>voice clips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7315200" cy="320040"/>
          </a:xfrm>
          <a:prstGeom prst="rect">
            <a:avLst/>
          </a:prstGeom>
          <a:noFill/>
          <a:ln/>
        </p:spPr>
        <p:txBody>
          <a:bodyPr wrap="square" lIns="0" tIns="0" rIns="0" bIns="0" rtlCol="0" anchor="ctr"/>
          <a:lstStyle/>
          <a:p>
            <a:pPr marL="0" indent="0">
              <a:buNone/>
            </a:pPr>
            <a:r>
              <a:rPr lang="en-US" sz="1300" b="1" kern="0" spc="200" dirty="0">
                <a:solidFill>
                  <a:srgbClr val="1F3A68"/>
                </a:solidFill>
                <a:latin typeface="Calibri" pitchFamily="34" charset="0"/>
                <a:ea typeface="Calibri" pitchFamily="34" charset="-122"/>
                <a:cs typeface="Calibri" pitchFamily="34" charset="-120"/>
              </a:rPr>
              <a:t>REFERENCES</a:t>
            </a:r>
            <a:endParaRPr lang="en-US" sz="1300" dirty="0"/>
          </a:p>
        </p:txBody>
      </p:sp>
      <p:sp>
        <p:nvSpPr>
          <p:cNvPr id="3" name="Text 1"/>
          <p:cNvSpPr txBox="1"/>
          <p:nvPr/>
        </p:nvSpPr>
        <p:spPr>
          <a:xfrm>
            <a:off x="548640" y="594360"/>
            <a:ext cx="11094415" cy="777240"/>
          </a:xfrm>
          <a:prstGeom prst="rect">
            <a:avLst/>
          </a:prstGeom>
          <a:noFill/>
          <a:ln/>
        </p:spPr>
        <p:txBody>
          <a:bodyPr wrap="square" lIns="0" tIns="0" rIns="0" bIns="0" rtlCol="0" anchor="ctr"/>
          <a:lstStyle/>
          <a:p>
            <a:pPr marL="0" indent="0">
              <a:buNone/>
            </a:pPr>
            <a:r>
              <a:rPr lang="en-US" sz="3400" b="1" dirty="0">
                <a:solidFill>
                  <a:srgbClr val="1A1A1A"/>
                </a:solidFill>
                <a:latin typeface="Calibri" pitchFamily="34" charset="0"/>
                <a:ea typeface="Calibri" pitchFamily="34" charset="-122"/>
                <a:cs typeface="Calibri" pitchFamily="34" charset="-120"/>
              </a:rPr>
              <a:t>Key references (IEEE; numbers as in our report)</a:t>
            </a:r>
            <a:endParaRPr lang="en-US" sz="3400" dirty="0"/>
          </a:p>
        </p:txBody>
      </p:sp>
      <p:sp>
        <p:nvSpPr>
          <p:cNvPr id="4" name="Text 2"/>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5" name="Text 3"/>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15 / 16</a:t>
            </a:r>
            <a:endParaRPr lang="en-US" sz="1200" dirty="0"/>
          </a:p>
        </p:txBody>
      </p:sp>
      <p:sp>
        <p:nvSpPr>
          <p:cNvPr id="6" name="Text 4"/>
          <p:cNvSpPr txBox="1"/>
          <p:nvPr/>
        </p:nvSpPr>
        <p:spPr>
          <a:xfrm>
            <a:off x="548640" y="1554480"/>
            <a:ext cx="11094415" cy="4663440"/>
          </a:xfrm>
          <a:prstGeom prst="rect">
            <a:avLst/>
          </a:prstGeom>
          <a:noFill/>
          <a:ln/>
        </p:spPr>
        <p:txBody>
          <a:bodyPr wrap="square" lIns="0" tIns="0" rIns="0" bIns="0" rtlCol="0" anchor="t"/>
          <a:lstStyle/>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[1] A. Adhikary et al., “How does the adoption of digital payment technologies influence unorganized retailers’ performance?,” J. Acad. Marketing Sci., vol. 49, no. 5, 2021.</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[3] I. Medhi, A. Sagar, and K. Toyama, “Text-free user interfaces for illiterate and semiliterate users,” Inf. Technol. Int. Develop., vol. 4, no. 1, 2007.</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[4] N. Patel et al., “Avaaj Otalo: A field study of an interactive voice forum for small farmers in rural India,” in Proc. CHI, 2010.</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[5] A. Radford et al., “Robust speech recognition via large-scale weak supervision,” in Proc. ICML, PMLR 202, 2023.</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[6] K. Bhogale et al., “Vistaar: Diverse benchmarks and training sets for Indian language ASR,” in Proc. Interspeech, 2023.</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[10] A. Biswas et al., “Adapting Whisper for low-resource Hindi-English code-mix speech…,” in Proc. Interspeech, 2025.</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[11] Y.-Y. Wang, A. Acero, and C. Chelba, “Is word error rate a good indicator for spoken language understanding accuracy,” in Proc. IEEE ASRU, 2003.</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[14] E. Bastianelli et al., “SLURP: A spoken language understanding resource package,” in Proc. EMNLP, 2020.</a:t>
            </a:r>
            <a:endParaRPr lang="en-US" sz="1600" dirty="0"/>
          </a:p>
          <a:p>
            <a:pPr marL="0" indent="0">
              <a:spcAft>
                <a:spcPts val="800"/>
              </a:spcAft>
              <a:buNone/>
            </a:pPr>
            <a:r>
              <a:rPr lang="en-US" sz="1600" dirty="0">
                <a:solidFill>
                  <a:srgbClr val="1A1A1A"/>
                </a:solidFill>
                <a:latin typeface="Calibri" pitchFamily="34" charset="0"/>
                <a:ea typeface="Calibri" pitchFamily="34" charset="-122"/>
                <a:cs typeface="Calibri" pitchFamily="34" charset="-120"/>
              </a:rPr>
              <a:t>[19] A. Söhler, J. Irigoyen, and A. S. Kirkedal, “Quantizing Whisper-small: How design choices affect ASR performance,” SPEAKABLE @ LREC, 2026.</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400800"/>
            <a:ext cx="8229600" cy="274320"/>
          </a:xfrm>
          <a:prstGeom prst="rect">
            <a:avLst/>
          </a:prstGeom>
          <a:noFill/>
          <a:ln/>
        </p:spPr>
        <p:txBody>
          <a:bodyPr wrap="square" lIns="0" tIns="0" rIns="0" bIns="0" rtlCol="0" anchor="ctr"/>
          <a:lstStyle/>
          <a:p>
            <a:pPr marL="0" indent="0">
              <a:buNone/>
            </a:pPr>
            <a:r>
              <a:rPr lang="en-US" sz="1200" dirty="0">
                <a:solidFill>
                  <a:srgbClr val="5F6368"/>
                </a:solidFill>
                <a:latin typeface="Calibri" pitchFamily="34" charset="0"/>
                <a:ea typeface="Calibri" pitchFamily="34" charset="-122"/>
                <a:cs typeface="Calibri" pitchFamily="34" charset="-120"/>
              </a:rPr>
              <a:t>Offline Voice-Based Khata Entry · Research Methodology · VESIT 2026–27</a:t>
            </a:r>
            <a:endParaRPr lang="en-US" sz="1200" dirty="0"/>
          </a:p>
        </p:txBody>
      </p:sp>
      <p:sp>
        <p:nvSpPr>
          <p:cNvPr id="3" name="Text 1"/>
          <p:cNvSpPr txBox="1"/>
          <p:nvPr/>
        </p:nvSpPr>
        <p:spPr>
          <a:xfrm>
            <a:off x="10271455" y="6400800"/>
            <a:ext cx="1371600" cy="274320"/>
          </a:xfrm>
          <a:prstGeom prst="rect">
            <a:avLst/>
          </a:prstGeom>
          <a:noFill/>
          <a:ln/>
        </p:spPr>
        <p:txBody>
          <a:bodyPr wrap="square" lIns="0" tIns="0" rIns="0" bIns="0" rtlCol="0" anchor="ctr"/>
          <a:lstStyle/>
          <a:p>
            <a:pPr marL="0" indent="0" algn="r">
              <a:buNone/>
            </a:pPr>
            <a:r>
              <a:rPr lang="en-US" sz="1200" dirty="0">
                <a:solidFill>
                  <a:srgbClr val="5F6368"/>
                </a:solidFill>
                <a:latin typeface="Calibri" pitchFamily="34" charset="0"/>
                <a:ea typeface="Calibri" pitchFamily="34" charset="-122"/>
                <a:cs typeface="Calibri" pitchFamily="34" charset="-120"/>
              </a:rPr>
              <a:t>16 / 16</a:t>
            </a:r>
            <a:endParaRPr lang="en-US" sz="1200" dirty="0"/>
          </a:p>
        </p:txBody>
      </p:sp>
      <p:sp>
        <p:nvSpPr>
          <p:cNvPr id="4" name="Text 2"/>
          <p:cNvSpPr txBox="1"/>
          <p:nvPr/>
        </p:nvSpPr>
        <p:spPr>
          <a:xfrm>
            <a:off x="548640" y="1828800"/>
            <a:ext cx="11094415" cy="1097280"/>
          </a:xfrm>
          <a:prstGeom prst="rect">
            <a:avLst/>
          </a:prstGeom>
          <a:noFill/>
          <a:ln/>
        </p:spPr>
        <p:txBody>
          <a:bodyPr wrap="square" lIns="0" tIns="0" rIns="0" bIns="0" rtlCol="0" anchor="ctr"/>
          <a:lstStyle/>
          <a:p>
            <a:pPr marL="0" indent="0" algn="ctr">
              <a:buNone/>
            </a:pPr>
            <a:r>
              <a:rPr lang="en-US" sz="5400" b="1" dirty="0">
                <a:solidFill>
                  <a:srgbClr val="1F3A68"/>
                </a:solidFill>
                <a:latin typeface="Calibri" pitchFamily="34" charset="0"/>
                <a:ea typeface="Calibri" pitchFamily="34" charset="-122"/>
                <a:cs typeface="Calibri" pitchFamily="34" charset="-120"/>
              </a:rPr>
              <a:t>Thank you</a:t>
            </a:r>
            <a:endParaRPr lang="en-US" sz="5400" dirty="0"/>
          </a:p>
        </p:txBody>
      </p:sp>
      <p:sp>
        <p:nvSpPr>
          <p:cNvPr id="5" name="Text 3"/>
          <p:cNvSpPr txBox="1"/>
          <p:nvPr/>
        </p:nvSpPr>
        <p:spPr>
          <a:xfrm>
            <a:off x="548640" y="2926080"/>
            <a:ext cx="11094415" cy="731520"/>
          </a:xfrm>
          <a:prstGeom prst="rect">
            <a:avLst/>
          </a:prstGeom>
          <a:noFill/>
          <a:ln/>
        </p:spPr>
        <p:txBody>
          <a:bodyPr wrap="square" lIns="0" tIns="0" rIns="0" bIns="0" rtlCol="0" anchor="ctr"/>
          <a:lstStyle/>
          <a:p>
            <a:pPr marL="0" indent="0" algn="ctr">
              <a:buNone/>
            </a:pPr>
            <a:r>
              <a:rPr lang="en-US" sz="3200" dirty="0">
                <a:solidFill>
                  <a:srgbClr val="1A1A1A"/>
                </a:solidFill>
                <a:latin typeface="Calibri" pitchFamily="34" charset="0"/>
                <a:ea typeface="Calibri" pitchFamily="34" charset="-122"/>
                <a:cs typeface="Calibri" pitchFamily="34" charset="-120"/>
              </a:rPr>
              <a:t>Questions?</a:t>
            </a:r>
            <a:endParaRPr lang="en-US" sz="3200" dirty="0"/>
          </a:p>
        </p:txBody>
      </p:sp>
      <p:sp>
        <p:nvSpPr>
          <p:cNvPr id="6" name="Text 4"/>
          <p:cNvSpPr txBox="1"/>
          <p:nvPr/>
        </p:nvSpPr>
        <p:spPr>
          <a:xfrm>
            <a:off x="548640" y="3931920"/>
            <a:ext cx="11094415" cy="548640"/>
          </a:xfrm>
          <a:prstGeom prst="rect">
            <a:avLst/>
          </a:prstGeom>
          <a:noFill/>
          <a:ln/>
        </p:spPr>
        <p:txBody>
          <a:bodyPr wrap="square" lIns="0" tIns="0" rIns="0" bIns="0" rtlCol="0" anchor="t"/>
          <a:lstStyle/>
          <a:p>
            <a:pPr marL="0" indent="0" algn="ctr">
              <a:buNone/>
            </a:pPr>
            <a:endParaRPr lang="en-US" sz="2000" dirty="0"/>
          </a:p>
        </p:txBody>
      </p:sp>
    </p:spTree>
  </p:cSld>
  <p:clrMapOvr>
    <a:masterClrMapping/>
  </p:clrMapOvr>
</p:sld>
</file>

<file path=ppt/theme/theme1.xml><?xml version="1.0" encoding="utf-8"?>
<a:theme xmlns:a="http://schemas.openxmlformats.org/drawingml/2006/main" name="Bjorn">
  <a:themeElements>
    <a:clrScheme name="Bjorn">
      <a:dk1>
        <a:srgbClr val="000000"/>
      </a:dk1>
      <a:lt1>
        <a:srgbClr val="FFFFFF"/>
      </a:lt1>
      <a:dk2>
        <a:srgbClr val="003474"/>
      </a:dk2>
      <a:lt2>
        <a:srgbClr val="EFE6EB"/>
      </a:lt2>
      <a:accent1>
        <a:srgbClr val="28AE70"/>
      </a:accent1>
      <a:accent2>
        <a:srgbClr val="AC9E0C"/>
      </a:accent2>
      <a:accent3>
        <a:srgbClr val="EF3475"/>
      </a:accent3>
      <a:accent4>
        <a:srgbClr val="8961F3"/>
      </a:accent4>
      <a:accent5>
        <a:srgbClr val="11ADD3"/>
      </a:accent5>
      <a:accent6>
        <a:srgbClr val="E78813"/>
      </a:accent6>
      <a:hlink>
        <a:srgbClr val="CD45C3"/>
      </a:hlink>
      <a:folHlink>
        <a:srgbClr val="E34E4E"/>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jorn" id="{121AC9A9-9DF1-410F-980B-228D05632962}" vid="{661A2AC3-DE07-4883-A618-4B52B678F5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Archway</Template>
  <TotalTime>1</TotalTime>
  <Words>3232</Words>
  <Application>Microsoft Office PowerPoint</Application>
  <PresentationFormat>Widescreen</PresentationFormat>
  <Paragraphs>263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Neue Haas Grotesk Text Pro</vt:lpstr>
      <vt:lpstr>System Font Regular</vt:lpstr>
      <vt:lpstr>Bjorn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Offline Voice-Based Khata Entry</dc:title>
  <dc:subject>PptxGenJS Presentation</dc:subject>
  <dc:creator>PptxGenJS</dc:creator>
  <cp:lastModifiedBy>Shubhan .</cp:lastModifiedBy>
  <cp:revision>1</cp:revision>
  <dcterms:created xsi:type="dcterms:W3CDTF">2026-09-22T15:12:27Z</dcterms:created>
  <dcterms:modified xsi:type="dcterms:W3CDTF">2026-09-22T15:14:58Z</dcterms:modified>
</cp:coreProperties>
</file>